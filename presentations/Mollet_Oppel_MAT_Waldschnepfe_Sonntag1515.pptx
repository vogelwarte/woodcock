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embedTrueTypeFonts="1" saveSubsetFonts="1" autoCompressPictures="0">
  <p:sldMasterIdLst>
    <p:sldMasterId id="2147483648" r:id="rId4"/>
  </p:sldMasterIdLst>
  <p:notesMasterIdLst>
    <p:notesMasterId r:id="rId22"/>
  </p:notesMasterIdLst>
  <p:sldIdLst>
    <p:sldId id="259" r:id="rId5"/>
    <p:sldId id="413" r:id="rId6"/>
    <p:sldId id="260" r:id="rId7"/>
    <p:sldId id="414" r:id="rId8"/>
    <p:sldId id="412" r:id="rId9"/>
    <p:sldId id="270" r:id="rId10"/>
    <p:sldId id="279" r:id="rId11"/>
    <p:sldId id="274" r:id="rId12"/>
    <p:sldId id="406" r:id="rId13"/>
    <p:sldId id="410" r:id="rId14"/>
    <p:sldId id="277" r:id="rId15"/>
    <p:sldId id="280" r:id="rId16"/>
    <p:sldId id="283" r:id="rId17"/>
    <p:sldId id="284" r:id="rId18"/>
    <p:sldId id="409" r:id="rId19"/>
    <p:sldId id="285" r:id="rId20"/>
    <p:sldId id="408" r:id="rId21"/>
  </p:sldIdLst>
  <p:sldSz cx="12192000" cy="6858000"/>
  <p:notesSz cx="6858000" cy="9144000"/>
  <p:embeddedFontLst>
    <p:embeddedFont>
      <p:font typeface="Franklin Gothic Book" panose="020B0503020102020204" pitchFamily="34" charset="0"/>
      <p:regular r:id="rId23"/>
      <p:italic r:id="rId24"/>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561837-481A-13E9-544F-0D3CC8EDC967}" name="Michael Schaad" initials="MS" userId="S::Michael.Schaad@vogelwarte.ch::3de88e1e-bcc4-4dee-b1f2-c67e1a459d4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a:srgbClr val="00CC99"/>
    <a:srgbClr val="F5FD91"/>
    <a:srgbClr val="EFE0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A22287-BC9E-406B-B382-D9174D34C817}" v="27" dt="2026-01-19T10:39:32.67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2" y="21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ffen Oppel" userId="e651edb2-1d85-4343-983c-37c3a469366e" providerId="ADAL" clId="{950EBC3E-D7F4-44D1-B027-EF32F43620BF}"/>
    <pc:docChg chg="undo custSel addSld modSld">
      <pc:chgData name="Steffen Oppel" userId="e651edb2-1d85-4343-983c-37c3a469366e" providerId="ADAL" clId="{950EBC3E-D7F4-44D1-B027-EF32F43620BF}" dt="2026-01-14T06:52:52.634" v="9665" actId="20577"/>
      <pc:docMkLst>
        <pc:docMk/>
      </pc:docMkLst>
      <pc:sldChg chg="modNotesTx">
        <pc:chgData name="Steffen Oppel" userId="e651edb2-1d85-4343-983c-37c3a469366e" providerId="ADAL" clId="{950EBC3E-D7F4-44D1-B027-EF32F43620BF}" dt="2026-01-14T06:45:13.390" v="9657" actId="20577"/>
        <pc:sldMkLst>
          <pc:docMk/>
          <pc:sldMk cId="3286462673" sldId="260"/>
        </pc:sldMkLst>
      </pc:sldChg>
      <pc:sldChg chg="modNotesTx">
        <pc:chgData name="Steffen Oppel" userId="e651edb2-1d85-4343-983c-37c3a469366e" providerId="ADAL" clId="{950EBC3E-D7F4-44D1-B027-EF32F43620BF}" dt="2026-01-06T17:44:08.127" v="2653" actId="20577"/>
        <pc:sldMkLst>
          <pc:docMk/>
          <pc:sldMk cId="93093590" sldId="270"/>
        </pc:sldMkLst>
      </pc:sldChg>
      <pc:sldChg chg="modSp modNotesTx">
        <pc:chgData name="Steffen Oppel" userId="e651edb2-1d85-4343-983c-37c3a469366e" providerId="ADAL" clId="{950EBC3E-D7F4-44D1-B027-EF32F43620BF}" dt="2026-01-14T06:50:16.683" v="9664" actId="20577"/>
        <pc:sldMkLst>
          <pc:docMk/>
          <pc:sldMk cId="4102333275" sldId="274"/>
        </pc:sldMkLst>
        <pc:spChg chg="mod">
          <ac:chgData name="Steffen Oppel" userId="e651edb2-1d85-4343-983c-37c3a469366e" providerId="ADAL" clId="{950EBC3E-D7F4-44D1-B027-EF32F43620BF}" dt="2026-01-14T06:23:33.774" v="9207" actId="20577"/>
          <ac:spMkLst>
            <pc:docMk/>
            <pc:sldMk cId="4102333275" sldId="274"/>
            <ac:spMk id="6" creationId="{968FB86D-02DE-2D9F-2238-B3CAEC87E7F6}"/>
          </ac:spMkLst>
        </pc:spChg>
      </pc:sldChg>
      <pc:sldChg chg="modNotesTx">
        <pc:chgData name="Steffen Oppel" userId="e651edb2-1d85-4343-983c-37c3a469366e" providerId="ADAL" clId="{950EBC3E-D7F4-44D1-B027-EF32F43620BF}" dt="2026-01-14T06:52:52.634" v="9665" actId="20577"/>
        <pc:sldMkLst>
          <pc:docMk/>
          <pc:sldMk cId="4147052930" sldId="277"/>
        </pc:sldMkLst>
      </pc:sldChg>
      <pc:sldChg chg="modNotesTx">
        <pc:chgData name="Steffen Oppel" userId="e651edb2-1d85-4343-983c-37c3a469366e" providerId="ADAL" clId="{950EBC3E-D7F4-44D1-B027-EF32F43620BF}" dt="2026-01-06T17:46:31.807" v="3113" actId="20577"/>
        <pc:sldMkLst>
          <pc:docMk/>
          <pc:sldMk cId="1299797663" sldId="279"/>
        </pc:sldMkLst>
      </pc:sldChg>
      <pc:sldChg chg="modNotesTx">
        <pc:chgData name="Steffen Oppel" userId="e651edb2-1d85-4343-983c-37c3a469366e" providerId="ADAL" clId="{950EBC3E-D7F4-44D1-B027-EF32F43620BF}" dt="2026-01-06T18:07:31.450" v="6010" actId="20577"/>
        <pc:sldMkLst>
          <pc:docMk/>
          <pc:sldMk cId="3889978257" sldId="280"/>
        </pc:sldMkLst>
      </pc:sldChg>
      <pc:sldChg chg="modSp mod modNotesTx">
        <pc:chgData name="Steffen Oppel" userId="e651edb2-1d85-4343-983c-37c3a469366e" providerId="ADAL" clId="{950EBC3E-D7F4-44D1-B027-EF32F43620BF}" dt="2026-01-08T13:57:08.902" v="8814" actId="20577"/>
        <pc:sldMkLst>
          <pc:docMk/>
          <pc:sldMk cId="3697027073" sldId="283"/>
        </pc:sldMkLst>
        <pc:spChg chg="mod">
          <ac:chgData name="Steffen Oppel" userId="e651edb2-1d85-4343-983c-37c3a469366e" providerId="ADAL" clId="{950EBC3E-D7F4-44D1-B027-EF32F43620BF}" dt="2026-01-08T13:57:08.902" v="8814" actId="20577"/>
          <ac:spMkLst>
            <pc:docMk/>
            <pc:sldMk cId="3697027073" sldId="283"/>
            <ac:spMk id="6" creationId="{446F41A3-C219-CAE2-A59E-D9FC7463C9FC}"/>
          </ac:spMkLst>
        </pc:spChg>
      </pc:sldChg>
      <pc:sldChg chg="modNotesTx">
        <pc:chgData name="Steffen Oppel" userId="e651edb2-1d85-4343-983c-37c3a469366e" providerId="ADAL" clId="{950EBC3E-D7F4-44D1-B027-EF32F43620BF}" dt="2026-01-06T18:16:06.076" v="7215" actId="20577"/>
        <pc:sldMkLst>
          <pc:docMk/>
          <pc:sldMk cId="2128612376" sldId="284"/>
        </pc:sldMkLst>
      </pc:sldChg>
      <pc:sldChg chg="addSp modSp mod modAnim modNotesTx">
        <pc:chgData name="Steffen Oppel" userId="e651edb2-1d85-4343-983c-37c3a469366e" providerId="ADAL" clId="{950EBC3E-D7F4-44D1-B027-EF32F43620BF}" dt="2026-01-08T14:02:54.362" v="8886" actId="1035"/>
        <pc:sldMkLst>
          <pc:docMk/>
          <pc:sldMk cId="3245034319" sldId="285"/>
        </pc:sldMkLst>
        <pc:spChg chg="mod">
          <ac:chgData name="Steffen Oppel" userId="e651edb2-1d85-4343-983c-37c3a469366e" providerId="ADAL" clId="{950EBC3E-D7F4-44D1-B027-EF32F43620BF}" dt="2026-01-08T14:02:54.362" v="8886" actId="1035"/>
          <ac:spMkLst>
            <pc:docMk/>
            <pc:sldMk cId="3245034319" sldId="285"/>
            <ac:spMk id="6" creationId="{33B4D67F-5A85-0894-96FE-A97C8132EA34}"/>
          </ac:spMkLst>
        </pc:spChg>
        <pc:picChg chg="add mod">
          <ac:chgData name="Steffen Oppel" userId="e651edb2-1d85-4343-983c-37c3a469366e" providerId="ADAL" clId="{950EBC3E-D7F4-44D1-B027-EF32F43620BF}" dt="2026-01-08T14:02:47.078" v="8859" actId="1076"/>
          <ac:picMkLst>
            <pc:docMk/>
            <pc:sldMk cId="3245034319" sldId="285"/>
            <ac:picMk id="3" creationId="{9A98CEE8-E6E9-7F61-6116-DD3A87AC05B7}"/>
          </ac:picMkLst>
        </pc:picChg>
        <pc:picChg chg="add mod">
          <ac:chgData name="Steffen Oppel" userId="e651edb2-1d85-4343-983c-37c3a469366e" providerId="ADAL" clId="{950EBC3E-D7F4-44D1-B027-EF32F43620BF}" dt="2026-01-08T14:02:50.636" v="8873" actId="1037"/>
          <ac:picMkLst>
            <pc:docMk/>
            <pc:sldMk cId="3245034319" sldId="285"/>
            <ac:picMk id="4" creationId="{FD79768B-A7F5-6095-75F8-4450360D1F68}"/>
          </ac:picMkLst>
        </pc:picChg>
      </pc:sldChg>
      <pc:sldChg chg="modNotesTx">
        <pc:chgData name="Steffen Oppel" userId="e651edb2-1d85-4343-983c-37c3a469366e" providerId="ADAL" clId="{950EBC3E-D7F4-44D1-B027-EF32F43620BF}" dt="2026-01-08T13:47:03.274" v="8755" actId="20577"/>
        <pc:sldMkLst>
          <pc:docMk/>
          <pc:sldMk cId="3108881154" sldId="406"/>
        </pc:sldMkLst>
      </pc:sldChg>
      <pc:sldChg chg="modSp mod">
        <pc:chgData name="Steffen Oppel" userId="e651edb2-1d85-4343-983c-37c3a469366e" providerId="ADAL" clId="{950EBC3E-D7F4-44D1-B027-EF32F43620BF}" dt="2026-01-08T14:03:55.426" v="8895" actId="14861"/>
        <pc:sldMkLst>
          <pc:docMk/>
          <pc:sldMk cId="370009293" sldId="408"/>
        </pc:sldMkLst>
        <pc:picChg chg="mod">
          <ac:chgData name="Steffen Oppel" userId="e651edb2-1d85-4343-983c-37c3a469366e" providerId="ADAL" clId="{950EBC3E-D7F4-44D1-B027-EF32F43620BF}" dt="2026-01-08T14:03:55.426" v="8895" actId="14861"/>
          <ac:picMkLst>
            <pc:docMk/>
            <pc:sldMk cId="370009293" sldId="408"/>
            <ac:picMk id="5" creationId="{5A2CA9A3-FD86-4EBC-1C77-1DA5521F2E3A}"/>
          </ac:picMkLst>
        </pc:picChg>
      </pc:sldChg>
      <pc:sldChg chg="modSp mod modNotesTx">
        <pc:chgData name="Steffen Oppel" userId="e651edb2-1d85-4343-983c-37c3a469366e" providerId="ADAL" clId="{950EBC3E-D7F4-44D1-B027-EF32F43620BF}" dt="2026-01-08T13:59:32.433" v="8819" actId="6549"/>
        <pc:sldMkLst>
          <pc:docMk/>
          <pc:sldMk cId="3929782220" sldId="409"/>
        </pc:sldMkLst>
        <pc:spChg chg="mod">
          <ac:chgData name="Steffen Oppel" userId="e651edb2-1d85-4343-983c-37c3a469366e" providerId="ADAL" clId="{950EBC3E-D7F4-44D1-B027-EF32F43620BF}" dt="2026-01-08T13:59:32.433" v="8819" actId="6549"/>
          <ac:spMkLst>
            <pc:docMk/>
            <pc:sldMk cId="3929782220" sldId="409"/>
            <ac:spMk id="6" creationId="{E2500B9D-2DB6-17A4-1961-3CD82236E704}"/>
          </ac:spMkLst>
        </pc:spChg>
      </pc:sldChg>
      <pc:sldChg chg="addSp delSp modSp mod delAnim modAnim modNotesTx">
        <pc:chgData name="Steffen Oppel" userId="e651edb2-1d85-4343-983c-37c3a469366e" providerId="ADAL" clId="{950EBC3E-D7F4-44D1-B027-EF32F43620BF}" dt="2026-01-14T06:26:10.581" v="9636" actId="20577"/>
        <pc:sldMkLst>
          <pc:docMk/>
          <pc:sldMk cId="2175637578" sldId="410"/>
        </pc:sldMkLst>
        <pc:spChg chg="add mod">
          <ac:chgData name="Steffen Oppel" userId="e651edb2-1d85-4343-983c-37c3a469366e" providerId="ADAL" clId="{950EBC3E-D7F4-44D1-B027-EF32F43620BF}" dt="2026-01-14T06:20:48.793" v="9041" actId="207"/>
          <ac:spMkLst>
            <pc:docMk/>
            <pc:sldMk cId="2175637578" sldId="410"/>
            <ac:spMk id="3" creationId="{E0D72448-1367-E3F8-142D-98A648F328D9}"/>
          </ac:spMkLst>
        </pc:spChg>
        <pc:spChg chg="add mod">
          <ac:chgData name="Steffen Oppel" userId="e651edb2-1d85-4343-983c-37c3a469366e" providerId="ADAL" clId="{950EBC3E-D7F4-44D1-B027-EF32F43620BF}" dt="2026-01-14T06:21:46.062" v="9078" actId="1036"/>
          <ac:spMkLst>
            <pc:docMk/>
            <pc:sldMk cId="2175637578" sldId="410"/>
            <ac:spMk id="9" creationId="{EC297446-ADC2-B176-FAE5-EF02C7FF85F7}"/>
          </ac:spMkLst>
        </pc:spChg>
        <pc:spChg chg="add mod">
          <ac:chgData name="Steffen Oppel" userId="e651edb2-1d85-4343-983c-37c3a469366e" providerId="ADAL" clId="{950EBC3E-D7F4-44D1-B027-EF32F43620BF}" dt="2026-01-14T06:22:10.199" v="9080" actId="1076"/>
          <ac:spMkLst>
            <pc:docMk/>
            <pc:sldMk cId="2175637578" sldId="410"/>
            <ac:spMk id="10" creationId="{FA989D6B-C75B-C19D-A5F1-CDCC4FFA80F4}"/>
          </ac:spMkLst>
        </pc:spChg>
        <pc:spChg chg="add mod">
          <ac:chgData name="Steffen Oppel" userId="e651edb2-1d85-4343-983c-37c3a469366e" providerId="ADAL" clId="{950EBC3E-D7F4-44D1-B027-EF32F43620BF}" dt="2026-01-14T06:22:25.962" v="9083" actId="14100"/>
          <ac:spMkLst>
            <pc:docMk/>
            <pc:sldMk cId="2175637578" sldId="410"/>
            <ac:spMk id="11" creationId="{89B1AE2D-5A0C-4917-C7CB-2AB3C61C1F56}"/>
          </ac:spMkLst>
        </pc:spChg>
        <pc:graphicFrameChg chg="mod modGraphic">
          <ac:chgData name="Steffen Oppel" userId="e651edb2-1d85-4343-983c-37c3a469366e" providerId="ADAL" clId="{950EBC3E-D7F4-44D1-B027-EF32F43620BF}" dt="2026-01-14T06:19:31.016" v="9037" actId="1076"/>
          <ac:graphicFrameMkLst>
            <pc:docMk/>
            <pc:sldMk cId="2175637578" sldId="410"/>
            <ac:graphicFrameMk id="5" creationId="{A79195BC-4AA5-D0D2-5B34-D15E889D5E5E}"/>
          </ac:graphicFrameMkLst>
        </pc:graphicFrameChg>
      </pc:sldChg>
      <pc:sldChg chg="modSp mod modNotesTx">
        <pc:chgData name="Steffen Oppel" userId="e651edb2-1d85-4343-983c-37c3a469366e" providerId="ADAL" clId="{950EBC3E-D7F4-44D1-B027-EF32F43620BF}" dt="2026-01-08T13:44:59.714" v="8748" actId="20577"/>
        <pc:sldMkLst>
          <pc:docMk/>
          <pc:sldMk cId="2639505732" sldId="412"/>
        </pc:sldMkLst>
        <pc:spChg chg="mod">
          <ac:chgData name="Steffen Oppel" userId="e651edb2-1d85-4343-983c-37c3a469366e" providerId="ADAL" clId="{950EBC3E-D7F4-44D1-B027-EF32F43620BF}" dt="2026-01-06T17:34:32.815" v="1502" actId="20577"/>
          <ac:spMkLst>
            <pc:docMk/>
            <pc:sldMk cId="2639505732" sldId="412"/>
            <ac:spMk id="3" creationId="{01D67C0E-FC71-D070-AE10-A44916F19E05}"/>
          </ac:spMkLst>
        </pc:spChg>
        <pc:spChg chg="mod">
          <ac:chgData name="Steffen Oppel" userId="e651edb2-1d85-4343-983c-37c3a469366e" providerId="ADAL" clId="{950EBC3E-D7F4-44D1-B027-EF32F43620BF}" dt="2026-01-08T13:44:52.545" v="8740" actId="20577"/>
          <ac:spMkLst>
            <pc:docMk/>
            <pc:sldMk cId="2639505732" sldId="412"/>
            <ac:spMk id="6" creationId="{F1B6D808-7772-AEB5-D468-AC8A20880646}"/>
          </ac:spMkLst>
        </pc:spChg>
        <pc:spChg chg="mod">
          <ac:chgData name="Steffen Oppel" userId="e651edb2-1d85-4343-983c-37c3a469366e" providerId="ADAL" clId="{950EBC3E-D7F4-44D1-B027-EF32F43620BF}" dt="2026-01-08T13:44:59.714" v="8748" actId="20577"/>
          <ac:spMkLst>
            <pc:docMk/>
            <pc:sldMk cId="2639505732" sldId="412"/>
            <ac:spMk id="8" creationId="{94CB93A6-230D-F1D4-CEED-8F82637AB744}"/>
          </ac:spMkLst>
        </pc:spChg>
      </pc:sldChg>
      <pc:sldChg chg="addSp delSp modSp add mod delAnim modAnim modNotesTx">
        <pc:chgData name="Steffen Oppel" userId="e651edb2-1d85-4343-983c-37c3a469366e" providerId="ADAL" clId="{950EBC3E-D7F4-44D1-B027-EF32F43620BF}" dt="2026-01-06T16:24:15.660" v="844" actId="20577"/>
        <pc:sldMkLst>
          <pc:docMk/>
          <pc:sldMk cId="3203488787" sldId="413"/>
        </pc:sldMkLst>
        <pc:spChg chg="mod">
          <ac:chgData name="Steffen Oppel" userId="e651edb2-1d85-4343-983c-37c3a469366e" providerId="ADAL" clId="{950EBC3E-D7F4-44D1-B027-EF32F43620BF}" dt="2026-01-06T10:59:17.111" v="6" actId="20577"/>
          <ac:spMkLst>
            <pc:docMk/>
            <pc:sldMk cId="3203488787" sldId="413"/>
            <ac:spMk id="2" creationId="{F21A366D-43CB-5D8B-4145-E35DE7D6A6CF}"/>
          </ac:spMkLst>
        </pc:spChg>
        <pc:spChg chg="mod">
          <ac:chgData name="Steffen Oppel" userId="e651edb2-1d85-4343-983c-37c3a469366e" providerId="ADAL" clId="{950EBC3E-D7F4-44D1-B027-EF32F43620BF}" dt="2026-01-06T16:12:33.632" v="167" actId="255"/>
          <ac:spMkLst>
            <pc:docMk/>
            <pc:sldMk cId="3203488787" sldId="413"/>
            <ac:spMk id="3" creationId="{30FB126E-8B5E-66D8-E7C7-9B6B54B61377}"/>
          </ac:spMkLst>
        </pc:spChg>
        <pc:spChg chg="add mod">
          <ac:chgData name="Steffen Oppel" userId="e651edb2-1d85-4343-983c-37c3a469366e" providerId="ADAL" clId="{950EBC3E-D7F4-44D1-B027-EF32F43620BF}" dt="2026-01-06T16:12:00.242" v="160" actId="164"/>
          <ac:spMkLst>
            <pc:docMk/>
            <pc:sldMk cId="3203488787" sldId="413"/>
            <ac:spMk id="4" creationId="{D1365DD7-B3D0-3C29-985E-2DAB8623C65B}"/>
          </ac:spMkLst>
        </pc:spChg>
        <pc:spChg chg="add mod">
          <ac:chgData name="Steffen Oppel" userId="e651edb2-1d85-4343-983c-37c3a469366e" providerId="ADAL" clId="{950EBC3E-D7F4-44D1-B027-EF32F43620BF}" dt="2026-01-06T16:13:25.643" v="172" actId="2085"/>
          <ac:spMkLst>
            <pc:docMk/>
            <pc:sldMk cId="3203488787" sldId="413"/>
            <ac:spMk id="6" creationId="{08588A73-110B-B88F-DB05-5DD097CF30A2}"/>
          </ac:spMkLst>
        </pc:spChg>
        <pc:spChg chg="add mod">
          <ac:chgData name="Steffen Oppel" userId="e651edb2-1d85-4343-983c-37c3a469366e" providerId="ADAL" clId="{950EBC3E-D7F4-44D1-B027-EF32F43620BF}" dt="2026-01-06T16:21:00.380" v="553" actId="20577"/>
          <ac:spMkLst>
            <pc:docMk/>
            <pc:sldMk cId="3203488787" sldId="413"/>
            <ac:spMk id="8" creationId="{0D876EEB-494A-322D-0C2B-3F453BE7E75C}"/>
          </ac:spMkLst>
        </pc:spChg>
        <pc:spChg chg="add mod">
          <ac:chgData name="Steffen Oppel" userId="e651edb2-1d85-4343-983c-37c3a469366e" providerId="ADAL" clId="{950EBC3E-D7F4-44D1-B027-EF32F43620BF}" dt="2026-01-06T16:15:03.990" v="179" actId="207"/>
          <ac:spMkLst>
            <pc:docMk/>
            <pc:sldMk cId="3203488787" sldId="413"/>
            <ac:spMk id="9" creationId="{23B2F669-2D78-17B4-2544-EA0E843AADE1}"/>
          </ac:spMkLst>
        </pc:spChg>
        <pc:spChg chg="add mod">
          <ac:chgData name="Steffen Oppel" userId="e651edb2-1d85-4343-983c-37c3a469366e" providerId="ADAL" clId="{950EBC3E-D7F4-44D1-B027-EF32F43620BF}" dt="2026-01-06T16:14:44.860" v="178" actId="207"/>
          <ac:spMkLst>
            <pc:docMk/>
            <pc:sldMk cId="3203488787" sldId="413"/>
            <ac:spMk id="10" creationId="{341C0B42-E2E4-B8A5-2570-95A8BF48DE9D}"/>
          </ac:spMkLst>
        </pc:spChg>
        <pc:grpChg chg="add mod">
          <ac:chgData name="Steffen Oppel" userId="e651edb2-1d85-4343-983c-37c3a469366e" providerId="ADAL" clId="{950EBC3E-D7F4-44D1-B027-EF32F43620BF}" dt="2026-01-06T16:12:00.242" v="160" actId="164"/>
          <ac:grpSpMkLst>
            <pc:docMk/>
            <pc:sldMk cId="3203488787" sldId="413"/>
            <ac:grpSpMk id="5" creationId="{AE39E235-613E-1CBE-1877-7C0BEE84E838}"/>
          </ac:grpSpMkLst>
        </pc:grpChg>
        <pc:picChg chg="add mod modCrop">
          <ac:chgData name="Steffen Oppel" userId="e651edb2-1d85-4343-983c-37c3a469366e" providerId="ADAL" clId="{950EBC3E-D7F4-44D1-B027-EF32F43620BF}" dt="2026-01-06T16:10:38.753" v="128" actId="14100"/>
          <ac:picMkLst>
            <pc:docMk/>
            <pc:sldMk cId="3203488787" sldId="413"/>
            <ac:picMk id="7" creationId="{E262BF38-1394-5B8C-107A-CFF38FAD3400}"/>
          </ac:picMkLst>
        </pc:picChg>
        <pc:picChg chg="add mod">
          <ac:chgData name="Steffen Oppel" userId="e651edb2-1d85-4343-983c-37c3a469366e" providerId="ADAL" clId="{950EBC3E-D7F4-44D1-B027-EF32F43620BF}" dt="2026-01-06T16:12:00.242" v="160" actId="164"/>
          <ac:picMkLst>
            <pc:docMk/>
            <pc:sldMk cId="3203488787" sldId="413"/>
            <ac:picMk id="1026" creationId="{35EA4DAD-0785-C511-1C16-B370CF9C23ED}"/>
          </ac:picMkLst>
        </pc:picChg>
      </pc:sldChg>
      <pc:sldChg chg="modNotesTx">
        <pc:chgData name="Steffen Oppel" userId="e651edb2-1d85-4343-983c-37c3a469366e" providerId="ADAL" clId="{950EBC3E-D7F4-44D1-B027-EF32F43620BF}" dt="2026-01-14T06:46:11.303" v="9661" actId="5793"/>
        <pc:sldMkLst>
          <pc:docMk/>
          <pc:sldMk cId="4249248240" sldId="414"/>
        </pc:sldMkLst>
      </pc:sldChg>
    </pc:docChg>
  </pc:docChgLst>
  <pc:docChgLst>
    <pc:chgData name="Pierre Mollet" userId="S::pierre.mollet@vogelwarte.ch::797215bc-d0f3-4d93-bc75-f68a509b5a21" providerId="AD" clId="Web-{7322C575-075A-9BCA-00A8-47FE61DB36CF}"/>
    <pc:docChg chg="modSld">
      <pc:chgData name="Pierre Mollet" userId="S::pierre.mollet@vogelwarte.ch::797215bc-d0f3-4d93-bc75-f68a509b5a21" providerId="AD" clId="Web-{7322C575-075A-9BCA-00A8-47FE61DB36CF}" dt="2026-01-08T07:08:32.639" v="3" actId="20577"/>
      <pc:docMkLst>
        <pc:docMk/>
      </pc:docMkLst>
      <pc:sldChg chg="modSp">
        <pc:chgData name="Pierre Mollet" userId="S::pierre.mollet@vogelwarte.ch::797215bc-d0f3-4d93-bc75-f68a509b5a21" providerId="AD" clId="Web-{7322C575-075A-9BCA-00A8-47FE61DB36CF}" dt="2026-01-08T07:08:32.639" v="3" actId="20577"/>
        <pc:sldMkLst>
          <pc:docMk/>
          <pc:sldMk cId="3245034319" sldId="285"/>
        </pc:sldMkLst>
        <pc:spChg chg="mod">
          <ac:chgData name="Pierre Mollet" userId="S::pierre.mollet@vogelwarte.ch::797215bc-d0f3-4d93-bc75-f68a509b5a21" providerId="AD" clId="Web-{7322C575-075A-9BCA-00A8-47FE61DB36CF}" dt="2026-01-08T07:08:32.639" v="3" actId="20577"/>
          <ac:spMkLst>
            <pc:docMk/>
            <pc:sldMk cId="3245034319" sldId="285"/>
            <ac:spMk id="6" creationId="{33B4D67F-5A85-0894-96FE-A97C8132EA34}"/>
          </ac:spMkLst>
        </pc:spChg>
      </pc:sldChg>
    </pc:docChg>
  </pc:docChgLst>
  <pc:docChgLst>
    <pc:chgData name="Pierre Mollet" userId="797215bc-d0f3-4d93-bc75-f68a509b5a21" providerId="ADAL" clId="{74C16D87-50DC-4ACC-97A5-285E136473BD}"/>
    <pc:docChg chg="undo custSel addSld modSld">
      <pc:chgData name="Pierre Mollet" userId="797215bc-d0f3-4d93-bc75-f68a509b5a21" providerId="ADAL" clId="{74C16D87-50DC-4ACC-97A5-285E136473BD}" dt="2026-01-08T08:07:24.902" v="1430" actId="20577"/>
      <pc:docMkLst>
        <pc:docMk/>
      </pc:docMkLst>
      <pc:sldChg chg="modSp mod">
        <pc:chgData name="Pierre Mollet" userId="797215bc-d0f3-4d93-bc75-f68a509b5a21" providerId="ADAL" clId="{74C16D87-50DC-4ACC-97A5-285E136473BD}" dt="2026-01-08T07:23:15.940" v="122" actId="20577"/>
        <pc:sldMkLst>
          <pc:docMk/>
          <pc:sldMk cId="2433069539" sldId="259"/>
        </pc:sldMkLst>
        <pc:spChg chg="mod">
          <ac:chgData name="Pierre Mollet" userId="797215bc-d0f3-4d93-bc75-f68a509b5a21" providerId="ADAL" clId="{74C16D87-50DC-4ACC-97A5-285E136473BD}" dt="2026-01-08T07:23:15.940" v="122" actId="20577"/>
          <ac:spMkLst>
            <pc:docMk/>
            <pc:sldMk cId="2433069539" sldId="259"/>
            <ac:spMk id="2" creationId="{E82B0BA9-84A2-1F48-94FF-88D87F7A25A2}"/>
          </ac:spMkLst>
        </pc:spChg>
      </pc:sldChg>
      <pc:sldChg chg="addSp delSp modSp mod addAnim delAnim modAnim modNotesTx">
        <pc:chgData name="Pierre Mollet" userId="797215bc-d0f3-4d93-bc75-f68a509b5a21" providerId="ADAL" clId="{74C16D87-50DC-4ACC-97A5-285E136473BD}" dt="2026-01-08T08:05:16.364" v="1373" actId="12"/>
        <pc:sldMkLst>
          <pc:docMk/>
          <pc:sldMk cId="3286462673" sldId="260"/>
        </pc:sldMkLst>
        <pc:spChg chg="mod">
          <ac:chgData name="Pierre Mollet" userId="797215bc-d0f3-4d93-bc75-f68a509b5a21" providerId="ADAL" clId="{74C16D87-50DC-4ACC-97A5-285E136473BD}" dt="2026-01-08T07:59:04.825" v="1230" actId="14100"/>
          <ac:spMkLst>
            <pc:docMk/>
            <pc:sldMk cId="3286462673" sldId="260"/>
            <ac:spMk id="2" creationId="{56F5C9E3-DAC8-4882-E8FE-C94D8E2D54F1}"/>
          </ac:spMkLst>
        </pc:spChg>
        <pc:spChg chg="add mod">
          <ac:chgData name="Pierre Mollet" userId="797215bc-d0f3-4d93-bc75-f68a509b5a21" providerId="ADAL" clId="{74C16D87-50DC-4ACC-97A5-285E136473BD}" dt="2026-01-08T08:05:16.364" v="1373" actId="12"/>
          <ac:spMkLst>
            <pc:docMk/>
            <pc:sldMk cId="3286462673" sldId="260"/>
            <ac:spMk id="13" creationId="{99F03197-89DF-3C98-199B-3099FFB5372B}"/>
          </ac:spMkLst>
        </pc:spChg>
      </pc:sldChg>
      <pc:sldChg chg="modNotesTx">
        <pc:chgData name="Pierre Mollet" userId="797215bc-d0f3-4d93-bc75-f68a509b5a21" providerId="ADAL" clId="{74C16D87-50DC-4ACC-97A5-285E136473BD}" dt="2026-01-08T08:07:24.902" v="1430" actId="20577"/>
        <pc:sldMkLst>
          <pc:docMk/>
          <pc:sldMk cId="1299797663" sldId="279"/>
        </pc:sldMkLst>
      </pc:sldChg>
      <pc:sldChg chg="modSp">
        <pc:chgData name="Pierre Mollet" userId="797215bc-d0f3-4d93-bc75-f68a509b5a21" providerId="ADAL" clId="{74C16D87-50DC-4ACC-97A5-285E136473BD}" dt="2026-01-08T07:19:58.404" v="93" actId="20577"/>
        <pc:sldMkLst>
          <pc:docMk/>
          <pc:sldMk cId="3889978257" sldId="280"/>
        </pc:sldMkLst>
        <pc:spChg chg="mod">
          <ac:chgData name="Pierre Mollet" userId="797215bc-d0f3-4d93-bc75-f68a509b5a21" providerId="ADAL" clId="{74C16D87-50DC-4ACC-97A5-285E136473BD}" dt="2026-01-08T07:19:58.404" v="93" actId="20577"/>
          <ac:spMkLst>
            <pc:docMk/>
            <pc:sldMk cId="3889978257" sldId="280"/>
            <ac:spMk id="6" creationId="{F8A8883D-189D-7D16-97BC-64E432D89F71}"/>
          </ac:spMkLst>
        </pc:spChg>
      </pc:sldChg>
      <pc:sldChg chg="modSp mod">
        <pc:chgData name="Pierre Mollet" userId="797215bc-d0f3-4d93-bc75-f68a509b5a21" providerId="ADAL" clId="{74C16D87-50DC-4ACC-97A5-285E136473BD}" dt="2026-01-08T07:20:13.002" v="101" actId="20577"/>
        <pc:sldMkLst>
          <pc:docMk/>
          <pc:sldMk cId="3697027073" sldId="283"/>
        </pc:sldMkLst>
        <pc:spChg chg="mod">
          <ac:chgData name="Pierre Mollet" userId="797215bc-d0f3-4d93-bc75-f68a509b5a21" providerId="ADAL" clId="{74C16D87-50DC-4ACC-97A5-285E136473BD}" dt="2026-01-08T07:20:13.002" v="101" actId="20577"/>
          <ac:spMkLst>
            <pc:docMk/>
            <pc:sldMk cId="3697027073" sldId="283"/>
            <ac:spMk id="6" creationId="{446F41A3-C219-CAE2-A59E-D9FC7463C9FC}"/>
          </ac:spMkLst>
        </pc:spChg>
      </pc:sldChg>
      <pc:sldChg chg="modSp">
        <pc:chgData name="Pierre Mollet" userId="797215bc-d0f3-4d93-bc75-f68a509b5a21" providerId="ADAL" clId="{74C16D87-50DC-4ACC-97A5-285E136473BD}" dt="2026-01-08T07:20:59.570" v="113" actId="20577"/>
        <pc:sldMkLst>
          <pc:docMk/>
          <pc:sldMk cId="2128612376" sldId="284"/>
        </pc:sldMkLst>
        <pc:spChg chg="mod">
          <ac:chgData name="Pierre Mollet" userId="797215bc-d0f3-4d93-bc75-f68a509b5a21" providerId="ADAL" clId="{74C16D87-50DC-4ACC-97A5-285E136473BD}" dt="2026-01-08T07:20:59.570" v="113" actId="20577"/>
          <ac:spMkLst>
            <pc:docMk/>
            <pc:sldMk cId="2128612376" sldId="284"/>
            <ac:spMk id="6" creationId="{2676D909-369F-0A0B-6496-8D10E772CE24}"/>
          </ac:spMkLst>
        </pc:spChg>
      </pc:sldChg>
      <pc:sldChg chg="modSp">
        <pc:chgData name="Pierre Mollet" userId="797215bc-d0f3-4d93-bc75-f68a509b5a21" providerId="ADAL" clId="{74C16D87-50DC-4ACC-97A5-285E136473BD}" dt="2026-01-08T07:22:43.660" v="114" actId="20577"/>
        <pc:sldMkLst>
          <pc:docMk/>
          <pc:sldMk cId="3245034319" sldId="285"/>
        </pc:sldMkLst>
        <pc:spChg chg="mod">
          <ac:chgData name="Pierre Mollet" userId="797215bc-d0f3-4d93-bc75-f68a509b5a21" providerId="ADAL" clId="{74C16D87-50DC-4ACC-97A5-285E136473BD}" dt="2026-01-08T07:22:43.660" v="114" actId="20577"/>
          <ac:spMkLst>
            <pc:docMk/>
            <pc:sldMk cId="3245034319" sldId="285"/>
            <ac:spMk id="6" creationId="{33B4D67F-5A85-0894-96FE-A97C8132EA34}"/>
          </ac:spMkLst>
        </pc:spChg>
      </pc:sldChg>
      <pc:sldChg chg="modSp mod">
        <pc:chgData name="Pierre Mollet" userId="797215bc-d0f3-4d93-bc75-f68a509b5a21" providerId="ADAL" clId="{74C16D87-50DC-4ACC-97A5-285E136473BD}" dt="2026-01-08T07:17:37.526" v="77" actId="255"/>
        <pc:sldMkLst>
          <pc:docMk/>
          <pc:sldMk cId="2175637578" sldId="410"/>
        </pc:sldMkLst>
        <pc:graphicFrameChg chg="modGraphic">
          <ac:chgData name="Pierre Mollet" userId="797215bc-d0f3-4d93-bc75-f68a509b5a21" providerId="ADAL" clId="{74C16D87-50DC-4ACC-97A5-285E136473BD}" dt="2026-01-08T07:15:00.450" v="13" actId="20577"/>
          <ac:graphicFrameMkLst>
            <pc:docMk/>
            <pc:sldMk cId="2175637578" sldId="410"/>
            <ac:graphicFrameMk id="5" creationId="{A79195BC-4AA5-D0D2-5B34-D15E889D5E5E}"/>
          </ac:graphicFrameMkLst>
        </pc:graphicFrameChg>
      </pc:sldChg>
      <pc:sldChg chg="modSp mod modNotesTx">
        <pc:chgData name="Pierre Mollet" userId="797215bc-d0f3-4d93-bc75-f68a509b5a21" providerId="ADAL" clId="{74C16D87-50DC-4ACC-97A5-285E136473BD}" dt="2026-01-08T08:06:40.803" v="1399" actId="20577"/>
        <pc:sldMkLst>
          <pc:docMk/>
          <pc:sldMk cId="2639505732" sldId="412"/>
        </pc:sldMkLst>
        <pc:spChg chg="mod">
          <ac:chgData name="Pierre Mollet" userId="797215bc-d0f3-4d93-bc75-f68a509b5a21" providerId="ADAL" clId="{74C16D87-50DC-4ACC-97A5-285E136473BD}" dt="2026-01-08T08:06:08.008" v="1379" actId="20577"/>
          <ac:spMkLst>
            <pc:docMk/>
            <pc:sldMk cId="2639505732" sldId="412"/>
            <ac:spMk id="3" creationId="{01D67C0E-FC71-D070-AE10-A44916F19E05}"/>
          </ac:spMkLst>
        </pc:spChg>
      </pc:sldChg>
      <pc:sldChg chg="modSp add mod modAnim">
        <pc:chgData name="Pierre Mollet" userId="797215bc-d0f3-4d93-bc75-f68a509b5a21" providerId="ADAL" clId="{74C16D87-50DC-4ACC-97A5-285E136473BD}" dt="2026-01-08T08:04:56.466" v="1367" actId="20577"/>
        <pc:sldMkLst>
          <pc:docMk/>
          <pc:sldMk cId="4249248240" sldId="414"/>
        </pc:sldMkLst>
        <pc:spChg chg="mod">
          <ac:chgData name="Pierre Mollet" userId="797215bc-d0f3-4d93-bc75-f68a509b5a21" providerId="ADAL" clId="{74C16D87-50DC-4ACC-97A5-285E136473BD}" dt="2026-01-08T07:59:14.561" v="1241" actId="14100"/>
          <ac:spMkLst>
            <pc:docMk/>
            <pc:sldMk cId="4249248240" sldId="414"/>
            <ac:spMk id="2" creationId="{2AD5B0E3-F47D-1C9C-DBAB-7C16E79EEFD4}"/>
          </ac:spMkLst>
        </pc:spChg>
        <pc:spChg chg="mod">
          <ac:chgData name="Pierre Mollet" userId="797215bc-d0f3-4d93-bc75-f68a509b5a21" providerId="ADAL" clId="{74C16D87-50DC-4ACC-97A5-285E136473BD}" dt="2026-01-08T08:04:49.838" v="1365" actId="12"/>
          <ac:spMkLst>
            <pc:docMk/>
            <pc:sldMk cId="4249248240" sldId="414"/>
            <ac:spMk id="3" creationId="{FA19AA39-8784-4931-520D-DB3BE088700A}"/>
          </ac:spMkLst>
        </pc:spChg>
        <pc:picChg chg="mod">
          <ac:chgData name="Pierre Mollet" userId="797215bc-d0f3-4d93-bc75-f68a509b5a21" providerId="ADAL" clId="{74C16D87-50DC-4ACC-97A5-285E136473BD}" dt="2026-01-08T08:02:14.208" v="1244" actId="14100"/>
          <ac:picMkLst>
            <pc:docMk/>
            <pc:sldMk cId="4249248240" sldId="414"/>
            <ac:picMk id="6" creationId="{1ACDF85F-616B-97CB-5187-A9FBB8F0A509}"/>
          </ac:picMkLst>
        </pc:picChg>
      </pc:sldChg>
    </pc:docChg>
  </pc:docChgLst>
  <pc:docChgLst>
    <pc:chgData name="Steffen Oppel" userId="e651edb2-1d85-4343-983c-37c3a469366e" providerId="ADAL" clId="{220726B2-FBA7-486E-BA60-13B6106BC7BE}"/>
    <pc:docChg chg="custSel delSld modSld sldOrd">
      <pc:chgData name="Steffen Oppel" userId="e651edb2-1d85-4343-983c-37c3a469366e" providerId="ADAL" clId="{220726B2-FBA7-486E-BA60-13B6106BC7BE}" dt="2025-12-29T09:47:37.812" v="2322" actId="20577"/>
      <pc:docMkLst>
        <pc:docMk/>
      </pc:docMkLst>
      <pc:sldChg chg="modSp">
        <pc:chgData name="Steffen Oppel" userId="e651edb2-1d85-4343-983c-37c3a469366e" providerId="ADAL" clId="{220726B2-FBA7-486E-BA60-13B6106BC7BE}" dt="2025-12-29T08:42:17.695" v="698" actId="20577"/>
        <pc:sldMkLst>
          <pc:docMk/>
          <pc:sldMk cId="93093590" sldId="270"/>
        </pc:sldMkLst>
        <pc:spChg chg="mod">
          <ac:chgData name="Steffen Oppel" userId="e651edb2-1d85-4343-983c-37c3a469366e" providerId="ADAL" clId="{220726B2-FBA7-486E-BA60-13B6106BC7BE}" dt="2025-12-29T08:42:17.695" v="698" actId="20577"/>
          <ac:spMkLst>
            <pc:docMk/>
            <pc:sldMk cId="93093590" sldId="270"/>
            <ac:spMk id="6" creationId="{D9998A9B-0427-73C8-1C18-F31660111F5F}"/>
          </ac:spMkLst>
        </pc:spChg>
      </pc:sldChg>
      <pc:sldChg chg="addSp delSp modSp mod addAnim delAnim modAnim">
        <pc:chgData name="Steffen Oppel" userId="e651edb2-1d85-4343-983c-37c3a469366e" providerId="ADAL" clId="{220726B2-FBA7-486E-BA60-13B6106BC7BE}" dt="2025-12-29T08:29:46.131" v="328" actId="478"/>
        <pc:sldMkLst>
          <pc:docMk/>
          <pc:sldMk cId="4102333275" sldId="274"/>
        </pc:sldMkLst>
        <pc:spChg chg="mod">
          <ac:chgData name="Steffen Oppel" userId="e651edb2-1d85-4343-983c-37c3a469366e" providerId="ADAL" clId="{220726B2-FBA7-486E-BA60-13B6106BC7BE}" dt="2025-12-29T08:18:45.938" v="29" actId="20577"/>
          <ac:spMkLst>
            <pc:docMk/>
            <pc:sldMk cId="4102333275" sldId="274"/>
            <ac:spMk id="2" creationId="{0A2B61EE-70CF-5206-25D8-4C2DEF56BF3A}"/>
          </ac:spMkLst>
        </pc:spChg>
        <pc:spChg chg="mod">
          <ac:chgData name="Steffen Oppel" userId="e651edb2-1d85-4343-983c-37c3a469366e" providerId="ADAL" clId="{220726B2-FBA7-486E-BA60-13B6106BC7BE}" dt="2025-12-29T08:24:21.950" v="278" actId="1076"/>
          <ac:spMkLst>
            <pc:docMk/>
            <pc:sldMk cId="4102333275" sldId="274"/>
            <ac:spMk id="6" creationId="{968FB86D-02DE-2D9F-2238-B3CAEC87E7F6}"/>
          </ac:spMkLst>
        </pc:spChg>
        <pc:grpChg chg="add mod">
          <ac:chgData name="Steffen Oppel" userId="e651edb2-1d85-4343-983c-37c3a469366e" providerId="ADAL" clId="{220726B2-FBA7-486E-BA60-13B6106BC7BE}" dt="2025-12-29T08:27:07.573" v="308" actId="1076"/>
          <ac:grpSpMkLst>
            <pc:docMk/>
            <pc:sldMk cId="4102333275" sldId="274"/>
            <ac:grpSpMk id="23" creationId="{A64D1299-71CE-BD2D-9209-D7F9AD9B848D}"/>
          </ac:grpSpMkLst>
        </pc:grpChg>
        <pc:picChg chg="mod">
          <ac:chgData name="Steffen Oppel" userId="e651edb2-1d85-4343-983c-37c3a469366e" providerId="ADAL" clId="{220726B2-FBA7-486E-BA60-13B6106BC7BE}" dt="2025-12-29T08:25:25.912" v="293" actId="1076"/>
          <ac:picMkLst>
            <pc:docMk/>
            <pc:sldMk cId="4102333275" sldId="274"/>
            <ac:picMk id="4" creationId="{1169BBCF-3CAE-98C5-9277-5F7C110A9624}"/>
          </ac:picMkLst>
        </pc:picChg>
        <pc:picChg chg="mod">
          <ac:chgData name="Steffen Oppel" userId="e651edb2-1d85-4343-983c-37c3a469366e" providerId="ADAL" clId="{220726B2-FBA7-486E-BA60-13B6106BC7BE}" dt="2025-12-29T08:27:11.317" v="309" actId="1076"/>
          <ac:picMkLst>
            <pc:docMk/>
            <pc:sldMk cId="4102333275" sldId="274"/>
            <ac:picMk id="7" creationId="{4CCED8E8-53F2-721C-93A5-BEDF9A1B68DB}"/>
          </ac:picMkLst>
        </pc:picChg>
        <pc:picChg chg="add mod">
          <ac:chgData name="Steffen Oppel" userId="e651edb2-1d85-4343-983c-37c3a469366e" providerId="ADAL" clId="{220726B2-FBA7-486E-BA60-13B6106BC7BE}" dt="2025-12-29T08:29:02.740" v="325" actId="1076"/>
          <ac:picMkLst>
            <pc:docMk/>
            <pc:sldMk cId="4102333275" sldId="274"/>
            <ac:picMk id="9" creationId="{FF1717C7-7490-9F56-B3D4-B0C93CA7A45B}"/>
          </ac:picMkLst>
        </pc:picChg>
        <pc:picChg chg="mod">
          <ac:chgData name="Steffen Oppel" userId="e651edb2-1d85-4343-983c-37c3a469366e" providerId="ADAL" clId="{220726B2-FBA7-486E-BA60-13B6106BC7BE}" dt="2025-12-29T08:28:43.180" v="323" actId="1076"/>
          <ac:picMkLst>
            <pc:docMk/>
            <pc:sldMk cId="4102333275" sldId="274"/>
            <ac:picMk id="10" creationId="{4817748B-E2E0-E6BB-E8EC-8D309E819313}"/>
          </ac:picMkLst>
        </pc:picChg>
        <pc:picChg chg="mod">
          <ac:chgData name="Steffen Oppel" userId="e651edb2-1d85-4343-983c-37c3a469366e" providerId="ADAL" clId="{220726B2-FBA7-486E-BA60-13B6106BC7BE}" dt="2025-12-29T08:28:48.444" v="324" actId="1076"/>
          <ac:picMkLst>
            <pc:docMk/>
            <pc:sldMk cId="4102333275" sldId="274"/>
            <ac:picMk id="11" creationId="{4FE5993A-E844-2590-FEF7-283CCC1776FB}"/>
          </ac:picMkLst>
        </pc:picChg>
        <pc:picChg chg="mod">
          <ac:chgData name="Steffen Oppel" userId="e651edb2-1d85-4343-983c-37c3a469366e" providerId="ADAL" clId="{220726B2-FBA7-486E-BA60-13B6106BC7BE}" dt="2025-12-29T08:27:07.573" v="308" actId="1076"/>
          <ac:picMkLst>
            <pc:docMk/>
            <pc:sldMk cId="4102333275" sldId="274"/>
            <ac:picMk id="24" creationId="{C2B543FA-C25B-E718-373F-C7EB3508BA53}"/>
          </ac:picMkLst>
        </pc:picChg>
        <pc:picChg chg="mod">
          <ac:chgData name="Steffen Oppel" userId="e651edb2-1d85-4343-983c-37c3a469366e" providerId="ADAL" clId="{220726B2-FBA7-486E-BA60-13B6106BC7BE}" dt="2025-12-29T08:27:07.573" v="308" actId="1076"/>
          <ac:picMkLst>
            <pc:docMk/>
            <pc:sldMk cId="4102333275" sldId="274"/>
            <ac:picMk id="25" creationId="{4C388DBF-D197-F2DA-8AE8-5219265322B7}"/>
          </ac:picMkLst>
        </pc:picChg>
        <pc:picChg chg="mod">
          <ac:chgData name="Steffen Oppel" userId="e651edb2-1d85-4343-983c-37c3a469366e" providerId="ADAL" clId="{220726B2-FBA7-486E-BA60-13B6106BC7BE}" dt="2025-12-29T08:27:07.573" v="308" actId="1076"/>
          <ac:picMkLst>
            <pc:docMk/>
            <pc:sldMk cId="4102333275" sldId="274"/>
            <ac:picMk id="26" creationId="{2B40632D-8835-99AD-48B4-3CD6824EEFC8}"/>
          </ac:picMkLst>
        </pc:picChg>
        <pc:picChg chg="mod">
          <ac:chgData name="Steffen Oppel" userId="e651edb2-1d85-4343-983c-37c3a469366e" providerId="ADAL" clId="{220726B2-FBA7-486E-BA60-13B6106BC7BE}" dt="2025-12-29T08:27:07.573" v="308" actId="1076"/>
          <ac:picMkLst>
            <pc:docMk/>
            <pc:sldMk cId="4102333275" sldId="274"/>
            <ac:picMk id="27" creationId="{B08362EC-6190-6F90-2AD8-EC7B996FECE9}"/>
          </ac:picMkLst>
        </pc:picChg>
      </pc:sldChg>
      <pc:sldChg chg="modSp addAnim delAnim modAnim">
        <pc:chgData name="Steffen Oppel" userId="e651edb2-1d85-4343-983c-37c3a469366e" providerId="ADAL" clId="{220726B2-FBA7-486E-BA60-13B6106BC7BE}" dt="2025-12-29T08:49:08.018" v="819"/>
        <pc:sldMkLst>
          <pc:docMk/>
          <pc:sldMk cId="4147052930" sldId="277"/>
        </pc:sldMkLst>
        <pc:spChg chg="mod">
          <ac:chgData name="Steffen Oppel" userId="e651edb2-1d85-4343-983c-37c3a469366e" providerId="ADAL" clId="{220726B2-FBA7-486E-BA60-13B6106BC7BE}" dt="2025-12-29T08:48:32.035" v="816" actId="20577"/>
          <ac:spMkLst>
            <pc:docMk/>
            <pc:sldMk cId="4147052930" sldId="277"/>
            <ac:spMk id="6" creationId="{7222F008-376F-10F9-9220-3971EED7A51E}"/>
          </ac:spMkLst>
        </pc:spChg>
      </pc:sldChg>
      <pc:sldChg chg="modSp mod modAnim">
        <pc:chgData name="Steffen Oppel" userId="e651edb2-1d85-4343-983c-37c3a469366e" providerId="ADAL" clId="{220726B2-FBA7-486E-BA60-13B6106BC7BE}" dt="2025-12-29T08:52:33.897" v="936"/>
        <pc:sldMkLst>
          <pc:docMk/>
          <pc:sldMk cId="3889978257" sldId="280"/>
        </pc:sldMkLst>
        <pc:spChg chg="mod">
          <ac:chgData name="Steffen Oppel" userId="e651edb2-1d85-4343-983c-37c3a469366e" providerId="ADAL" clId="{220726B2-FBA7-486E-BA60-13B6106BC7BE}" dt="2025-12-29T08:52:15.346" v="934" actId="20577"/>
          <ac:spMkLst>
            <pc:docMk/>
            <pc:sldMk cId="3889978257" sldId="280"/>
            <ac:spMk id="6" creationId="{F8A8883D-189D-7D16-97BC-64E432D89F71}"/>
          </ac:spMkLst>
        </pc:spChg>
      </pc:sldChg>
      <pc:sldChg chg="addSp delSp modSp mod">
        <pc:chgData name="Steffen Oppel" userId="e651edb2-1d85-4343-983c-37c3a469366e" providerId="ADAL" clId="{220726B2-FBA7-486E-BA60-13B6106BC7BE}" dt="2025-12-29T09:07:59.621" v="958" actId="20577"/>
        <pc:sldMkLst>
          <pc:docMk/>
          <pc:sldMk cId="3697027073" sldId="283"/>
        </pc:sldMkLst>
        <pc:spChg chg="mod">
          <ac:chgData name="Steffen Oppel" userId="e651edb2-1d85-4343-983c-37c3a469366e" providerId="ADAL" clId="{220726B2-FBA7-486E-BA60-13B6106BC7BE}" dt="2025-12-29T09:07:59.621" v="958" actId="20577"/>
          <ac:spMkLst>
            <pc:docMk/>
            <pc:sldMk cId="3697027073" sldId="283"/>
            <ac:spMk id="2" creationId="{AA6E08A7-8DA3-1844-360E-0414C3A544AC}"/>
          </ac:spMkLst>
        </pc:spChg>
        <pc:spChg chg="mod">
          <ac:chgData name="Steffen Oppel" userId="e651edb2-1d85-4343-983c-37c3a469366e" providerId="ADAL" clId="{220726B2-FBA7-486E-BA60-13B6106BC7BE}" dt="2025-12-29T08:53:45.417" v="940" actId="20577"/>
          <ac:spMkLst>
            <pc:docMk/>
            <pc:sldMk cId="3697027073" sldId="283"/>
            <ac:spMk id="6" creationId="{446F41A3-C219-CAE2-A59E-D9FC7463C9FC}"/>
          </ac:spMkLst>
        </pc:spChg>
      </pc:sldChg>
      <pc:sldChg chg="modSp mod ord modAnim">
        <pc:chgData name="Steffen Oppel" userId="e651edb2-1d85-4343-983c-37c3a469366e" providerId="ADAL" clId="{220726B2-FBA7-486E-BA60-13B6106BC7BE}" dt="2025-12-29T09:45:43.395" v="2290" actId="1076"/>
        <pc:sldMkLst>
          <pc:docMk/>
          <pc:sldMk cId="2128612376" sldId="284"/>
        </pc:sldMkLst>
        <pc:spChg chg="mod">
          <ac:chgData name="Steffen Oppel" userId="e651edb2-1d85-4343-983c-37c3a469366e" providerId="ADAL" clId="{220726B2-FBA7-486E-BA60-13B6106BC7BE}" dt="2025-12-29T09:45:36.564" v="2289" actId="20577"/>
          <ac:spMkLst>
            <pc:docMk/>
            <pc:sldMk cId="2128612376" sldId="284"/>
            <ac:spMk id="2" creationId="{B168BC64-9672-53C5-177A-05CAFB2AE132}"/>
          </ac:spMkLst>
        </pc:spChg>
        <pc:spChg chg="mod">
          <ac:chgData name="Steffen Oppel" userId="e651edb2-1d85-4343-983c-37c3a469366e" providerId="ADAL" clId="{220726B2-FBA7-486E-BA60-13B6106BC7BE}" dt="2025-12-29T09:45:43.395" v="2290" actId="1076"/>
          <ac:spMkLst>
            <pc:docMk/>
            <pc:sldMk cId="2128612376" sldId="284"/>
            <ac:spMk id="6" creationId="{2676D909-369F-0A0B-6496-8D10E772CE24}"/>
          </ac:spMkLst>
        </pc:spChg>
      </pc:sldChg>
      <pc:sldChg chg="delSp modSp mod modAnim">
        <pc:chgData name="Steffen Oppel" userId="e651edb2-1d85-4343-983c-37c3a469366e" providerId="ADAL" clId="{220726B2-FBA7-486E-BA60-13B6106BC7BE}" dt="2025-12-29T09:41:37.891" v="2251" actId="1076"/>
        <pc:sldMkLst>
          <pc:docMk/>
          <pc:sldMk cId="3245034319" sldId="285"/>
        </pc:sldMkLst>
        <pc:spChg chg="mod">
          <ac:chgData name="Steffen Oppel" userId="e651edb2-1d85-4343-983c-37c3a469366e" providerId="ADAL" clId="{220726B2-FBA7-486E-BA60-13B6106BC7BE}" dt="2025-12-29T09:20:52.978" v="1299" actId="20577"/>
          <ac:spMkLst>
            <pc:docMk/>
            <pc:sldMk cId="3245034319" sldId="285"/>
            <ac:spMk id="2" creationId="{11957EFD-9B83-9F3B-F186-B6E0AE9DEDBD}"/>
          </ac:spMkLst>
        </pc:spChg>
        <pc:spChg chg="mod">
          <ac:chgData name="Steffen Oppel" userId="e651edb2-1d85-4343-983c-37c3a469366e" providerId="ADAL" clId="{220726B2-FBA7-486E-BA60-13B6106BC7BE}" dt="2025-12-29T09:41:37.891" v="2251" actId="1076"/>
          <ac:spMkLst>
            <pc:docMk/>
            <pc:sldMk cId="3245034319" sldId="285"/>
            <ac:spMk id="6" creationId="{33B4D67F-5A85-0894-96FE-A97C8132EA34}"/>
          </ac:spMkLst>
        </pc:spChg>
      </pc:sldChg>
      <pc:sldChg chg="addSp modSp mod addAnim delAnim modAnim">
        <pc:chgData name="Steffen Oppel" userId="e651edb2-1d85-4343-983c-37c3a469366e" providerId="ADAL" clId="{220726B2-FBA7-486E-BA60-13B6106BC7BE}" dt="2025-12-29T09:43:17.345" v="2271" actId="20577"/>
        <pc:sldMkLst>
          <pc:docMk/>
          <pc:sldMk cId="3108881154" sldId="406"/>
        </pc:sldMkLst>
        <pc:spChg chg="mod">
          <ac:chgData name="Steffen Oppel" userId="e651edb2-1d85-4343-983c-37c3a469366e" providerId="ADAL" clId="{220726B2-FBA7-486E-BA60-13B6106BC7BE}" dt="2025-12-29T08:30:45.801" v="400" actId="6549"/>
          <ac:spMkLst>
            <pc:docMk/>
            <pc:sldMk cId="3108881154" sldId="406"/>
            <ac:spMk id="2" creationId="{A422349A-7473-192F-31E4-B014771986BD}"/>
          </ac:spMkLst>
        </pc:spChg>
        <pc:spChg chg="mod">
          <ac:chgData name="Steffen Oppel" userId="e651edb2-1d85-4343-983c-37c3a469366e" providerId="ADAL" clId="{220726B2-FBA7-486E-BA60-13B6106BC7BE}" dt="2025-12-29T09:43:17.345" v="2271" actId="20577"/>
          <ac:spMkLst>
            <pc:docMk/>
            <pc:sldMk cId="3108881154" sldId="406"/>
            <ac:spMk id="6" creationId="{1F2CC9D6-69A0-B017-563C-96650EBC45DC}"/>
          </ac:spMkLst>
        </pc:spChg>
        <pc:picChg chg="add mod ord">
          <ac:chgData name="Steffen Oppel" userId="e651edb2-1d85-4343-983c-37c3a469366e" providerId="ADAL" clId="{220726B2-FBA7-486E-BA60-13B6106BC7BE}" dt="2025-12-29T09:43:02.640" v="2252" actId="167"/>
          <ac:picMkLst>
            <pc:docMk/>
            <pc:sldMk cId="3108881154" sldId="406"/>
            <ac:picMk id="4" creationId="{E3F75A35-8EF9-47D0-7018-AA457D9C2B0E}"/>
          </ac:picMkLst>
        </pc:picChg>
      </pc:sldChg>
      <pc:sldChg chg="modSp mod">
        <pc:chgData name="Steffen Oppel" userId="e651edb2-1d85-4343-983c-37c3a469366e" providerId="ADAL" clId="{220726B2-FBA7-486E-BA60-13B6106BC7BE}" dt="2025-12-29T08:46:12.770" v="812" actId="20577"/>
        <pc:sldMkLst>
          <pc:docMk/>
          <pc:sldMk cId="370009293" sldId="408"/>
        </pc:sldMkLst>
        <pc:spChg chg="mod">
          <ac:chgData name="Steffen Oppel" userId="e651edb2-1d85-4343-983c-37c3a469366e" providerId="ADAL" clId="{220726B2-FBA7-486E-BA60-13B6106BC7BE}" dt="2025-12-29T08:44:39.410" v="730" actId="20577"/>
          <ac:spMkLst>
            <pc:docMk/>
            <pc:sldMk cId="370009293" sldId="408"/>
            <ac:spMk id="2" creationId="{0BA12295-616B-588B-DA4C-6E62771FA436}"/>
          </ac:spMkLst>
        </pc:spChg>
        <pc:spChg chg="mod">
          <ac:chgData name="Steffen Oppel" userId="e651edb2-1d85-4343-983c-37c3a469366e" providerId="ADAL" clId="{220726B2-FBA7-486E-BA60-13B6106BC7BE}" dt="2025-12-29T08:46:12.770" v="812" actId="20577"/>
          <ac:spMkLst>
            <pc:docMk/>
            <pc:sldMk cId="370009293" sldId="408"/>
            <ac:spMk id="3" creationId="{604578D0-F8BB-F26C-F30C-4007011DD1F3}"/>
          </ac:spMkLst>
        </pc:spChg>
      </pc:sldChg>
      <pc:sldChg chg="addSp delSp modSp mod delAnim modAnim">
        <pc:chgData name="Steffen Oppel" userId="e651edb2-1d85-4343-983c-37c3a469366e" providerId="ADAL" clId="{220726B2-FBA7-486E-BA60-13B6106BC7BE}" dt="2025-12-29T09:47:37.812" v="2322" actId="20577"/>
        <pc:sldMkLst>
          <pc:docMk/>
          <pc:sldMk cId="3929782220" sldId="409"/>
        </pc:sldMkLst>
        <pc:spChg chg="mod">
          <ac:chgData name="Steffen Oppel" userId="e651edb2-1d85-4343-983c-37c3a469366e" providerId="ADAL" clId="{220726B2-FBA7-486E-BA60-13B6106BC7BE}" dt="2025-12-29T09:26:03.552" v="1602" actId="20577"/>
          <ac:spMkLst>
            <pc:docMk/>
            <pc:sldMk cId="3929782220" sldId="409"/>
            <ac:spMk id="2" creationId="{932FEF85-AB07-8CAC-DA3E-AEB549AA01CA}"/>
          </ac:spMkLst>
        </pc:spChg>
        <pc:spChg chg="mod">
          <ac:chgData name="Steffen Oppel" userId="e651edb2-1d85-4343-983c-37c3a469366e" providerId="ADAL" clId="{220726B2-FBA7-486E-BA60-13B6106BC7BE}" dt="2025-12-29T09:47:37.812" v="2322" actId="20577"/>
          <ac:spMkLst>
            <pc:docMk/>
            <pc:sldMk cId="3929782220" sldId="409"/>
            <ac:spMk id="6" creationId="{E2500B9D-2DB6-17A4-1961-3CD82236E704}"/>
          </ac:spMkLst>
        </pc:spChg>
        <pc:picChg chg="add mod">
          <ac:chgData name="Steffen Oppel" userId="e651edb2-1d85-4343-983c-37c3a469366e" providerId="ADAL" clId="{220726B2-FBA7-486E-BA60-13B6106BC7BE}" dt="2025-12-29T09:20:21.782" v="1265" actId="14100"/>
          <ac:picMkLst>
            <pc:docMk/>
            <pc:sldMk cId="3929782220" sldId="409"/>
            <ac:picMk id="3" creationId="{CA6AE2E2-6543-6574-71CA-A73A16C18ADE}"/>
          </ac:picMkLst>
        </pc:picChg>
        <pc:picChg chg="mod">
          <ac:chgData name="Steffen Oppel" userId="e651edb2-1d85-4343-983c-37c3a469366e" providerId="ADAL" clId="{220726B2-FBA7-486E-BA60-13B6106BC7BE}" dt="2025-12-29T09:09:57.583" v="985" actId="1038"/>
          <ac:picMkLst>
            <pc:docMk/>
            <pc:sldMk cId="3929782220" sldId="409"/>
            <ac:picMk id="2050" creationId="{7C8EB81C-FB58-AE10-345D-335BA01A1579}"/>
          </ac:picMkLst>
        </pc:picChg>
      </pc:sldChg>
      <pc:sldChg chg="modSp mod">
        <pc:chgData name="Steffen Oppel" userId="e651edb2-1d85-4343-983c-37c3a469366e" providerId="ADAL" clId="{220726B2-FBA7-486E-BA60-13B6106BC7BE}" dt="2025-12-29T08:47:36.026" v="813" actId="20577"/>
        <pc:sldMkLst>
          <pc:docMk/>
          <pc:sldMk cId="2175637578" sldId="410"/>
        </pc:sldMkLst>
        <pc:graphicFrameChg chg="modGraphic">
          <ac:chgData name="Steffen Oppel" userId="e651edb2-1d85-4343-983c-37c3a469366e" providerId="ADAL" clId="{220726B2-FBA7-486E-BA60-13B6106BC7BE}" dt="2025-12-29T08:47:36.026" v="813" actId="20577"/>
          <ac:graphicFrameMkLst>
            <pc:docMk/>
            <pc:sldMk cId="2175637578" sldId="410"/>
            <ac:graphicFrameMk id="5" creationId="{A79195BC-4AA5-D0D2-5B34-D15E889D5E5E}"/>
          </ac:graphicFrameMkLst>
        </pc:graphicFrameChg>
      </pc:sldChg>
    </pc:docChg>
  </pc:docChgLst>
  <pc:docChgLst>
    <pc:chgData name="Steffen Oppel" userId="e651edb2-1d85-4343-983c-37c3a469366e" providerId="ADAL" clId="{08CE912D-47E4-4490-98F3-AA9AB6AF338A}"/>
    <pc:docChg chg="custSel modSld">
      <pc:chgData name="Steffen Oppel" userId="e651edb2-1d85-4343-983c-37c3a469366e" providerId="ADAL" clId="{08CE912D-47E4-4490-98F3-AA9AB6AF338A}" dt="2026-01-19T10:39:54.732" v="92" actId="1076"/>
      <pc:docMkLst>
        <pc:docMk/>
      </pc:docMkLst>
      <pc:sldChg chg="addSp delSp modSp mod modNotesTx">
        <pc:chgData name="Steffen Oppel" userId="e651edb2-1d85-4343-983c-37c3a469366e" providerId="ADAL" clId="{08CE912D-47E4-4490-98F3-AA9AB6AF338A}" dt="2026-01-19T10:39:54.732" v="92" actId="1076"/>
        <pc:sldMkLst>
          <pc:docMk/>
          <pc:sldMk cId="3889978257" sldId="280"/>
        </pc:sldMkLst>
        <pc:spChg chg="add">
          <ac:chgData name="Steffen Oppel" userId="e651edb2-1d85-4343-983c-37c3a469366e" providerId="ADAL" clId="{08CE912D-47E4-4490-98F3-AA9AB6AF338A}" dt="2026-01-19T10:39:29.913" v="86"/>
          <ac:spMkLst>
            <pc:docMk/>
            <pc:sldMk cId="3889978257" sldId="280"/>
            <ac:spMk id="3" creationId="{9E854284-4910-54CB-B315-9CE38B374B03}"/>
          </ac:spMkLst>
        </pc:spChg>
        <pc:picChg chg="add mod">
          <ac:chgData name="Steffen Oppel" userId="e651edb2-1d85-4343-983c-37c3a469366e" providerId="ADAL" clId="{08CE912D-47E4-4490-98F3-AA9AB6AF338A}" dt="2026-01-19T10:39:54.732" v="92" actId="1076"/>
          <ac:picMkLst>
            <pc:docMk/>
            <pc:sldMk cId="3889978257" sldId="280"/>
            <ac:picMk id="4" creationId="{425D1B48-423C-0E34-12CD-6EAF381B584A}"/>
          </ac:picMkLst>
        </pc:picChg>
        <pc:picChg chg="del">
          <ac:chgData name="Steffen Oppel" userId="e651edb2-1d85-4343-983c-37c3a469366e" providerId="ADAL" clId="{08CE912D-47E4-4490-98F3-AA9AB6AF338A}" dt="2026-01-19T10:39:28.430" v="85" actId="478"/>
          <ac:picMkLst>
            <pc:docMk/>
            <pc:sldMk cId="3889978257" sldId="280"/>
            <ac:picMk id="5" creationId="{29288C4E-2ED4-A6AC-004D-1B9A9393A66F}"/>
          </ac:picMkLst>
        </pc:picChg>
      </pc:sldChg>
      <pc:sldChg chg="addSp delSp modSp mod modNotesTx">
        <pc:chgData name="Steffen Oppel" userId="e651edb2-1d85-4343-983c-37c3a469366e" providerId="ADAL" clId="{08CE912D-47E4-4490-98F3-AA9AB6AF338A}" dt="2026-01-19T10:27:13.700" v="84" actId="1076"/>
        <pc:sldMkLst>
          <pc:docMk/>
          <pc:sldMk cId="3697027073" sldId="283"/>
        </pc:sldMkLst>
        <pc:spChg chg="add">
          <ac:chgData name="Steffen Oppel" userId="e651edb2-1d85-4343-983c-37c3a469366e" providerId="ADAL" clId="{08CE912D-47E4-4490-98F3-AA9AB6AF338A}" dt="2026-01-19T10:26:52.950" v="58"/>
          <ac:spMkLst>
            <pc:docMk/>
            <pc:sldMk cId="3697027073" sldId="283"/>
            <ac:spMk id="3" creationId="{2C4906E9-891D-EF69-DAF4-4E3D77A97F79}"/>
          </ac:spMkLst>
        </pc:spChg>
        <pc:picChg chg="del">
          <ac:chgData name="Steffen Oppel" userId="e651edb2-1d85-4343-983c-37c3a469366e" providerId="ADAL" clId="{08CE912D-47E4-4490-98F3-AA9AB6AF338A}" dt="2026-01-19T10:26:51.468" v="57" actId="478"/>
          <ac:picMkLst>
            <pc:docMk/>
            <pc:sldMk cId="3697027073" sldId="283"/>
            <ac:picMk id="4" creationId="{B979E6DC-72E1-13DD-43CC-C7FF332397C2}"/>
          </ac:picMkLst>
        </pc:picChg>
        <pc:picChg chg="add mod">
          <ac:chgData name="Steffen Oppel" userId="e651edb2-1d85-4343-983c-37c3a469366e" providerId="ADAL" clId="{08CE912D-47E4-4490-98F3-AA9AB6AF338A}" dt="2026-01-19T10:27:13.700" v="84" actId="1076"/>
          <ac:picMkLst>
            <pc:docMk/>
            <pc:sldMk cId="3697027073" sldId="283"/>
            <ac:picMk id="5" creationId="{F1340E23-4C5C-24FB-C49F-1951A2119877}"/>
          </ac:picMkLst>
        </pc:picChg>
      </pc:sldChg>
      <pc:sldChg chg="modSp">
        <pc:chgData name="Steffen Oppel" userId="e651edb2-1d85-4343-983c-37c3a469366e" providerId="ADAL" clId="{08CE912D-47E4-4490-98F3-AA9AB6AF338A}" dt="2026-01-19T09:54:34.581" v="56" actId="20577"/>
        <pc:sldMkLst>
          <pc:docMk/>
          <pc:sldMk cId="3245034319" sldId="285"/>
        </pc:sldMkLst>
        <pc:spChg chg="mod">
          <ac:chgData name="Steffen Oppel" userId="e651edb2-1d85-4343-983c-37c3a469366e" providerId="ADAL" clId="{08CE912D-47E4-4490-98F3-AA9AB6AF338A}" dt="2026-01-19T09:54:34.581" v="56" actId="20577"/>
          <ac:spMkLst>
            <pc:docMk/>
            <pc:sldMk cId="3245034319" sldId="285"/>
            <ac:spMk id="6" creationId="{33B4D67F-5A85-0894-96FE-A97C8132EA34}"/>
          </ac:spMkLst>
        </pc:spChg>
      </pc:sldChg>
      <pc:sldChg chg="modAnim">
        <pc:chgData name="Steffen Oppel" userId="e651edb2-1d85-4343-983c-37c3a469366e" providerId="ADAL" clId="{08CE912D-47E4-4490-98F3-AA9AB6AF338A}" dt="2026-01-19T07:20:31.383" v="0"/>
        <pc:sldMkLst>
          <pc:docMk/>
          <pc:sldMk cId="3929782220" sldId="4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B74EA8-84CF-A948-A692-3182148DFEC6}" type="datetimeFigureOut">
              <a:rPr lang="de-DE" smtClean="0"/>
              <a:t>19.01.2026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5649B-6CD4-A145-9893-9512D4971508}" type="slidenum">
              <a:rPr lang="de-DE" smtClean="0"/>
              <a:t>‹#›</a:t>
            </a:fld>
            <a:endParaRPr lang="de-DE"/>
          </a:p>
        </p:txBody>
      </p:sp>
    </p:spTree>
    <p:extLst>
      <p:ext uri="{BB962C8B-B14F-4D97-AF65-F5344CB8AC3E}">
        <p14:creationId xmlns:p14="http://schemas.microsoft.com/office/powerpoint/2010/main" val="2768447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Die Waldschnepfe ist ein weit verbreiteter Watvogel der in Wäldern der gesamten Paläarktis brütet, und in Europa gibt es eine Trennung zwischen Brutpopulationen die im Winter nach SW abziehen (hier auf der Grafik in Gelb dargestellt), und solchen die das ganze Jahr im Brutgebiet bleiben – auf der Grafik in Grün dargestellt. Die Schweiz ist genau an der Grenze dieser Populationen, und alle Waldschnepfen in der Schweiz ziehen im Winter ab, aber viele Waldschnepfen aus dem riesigen Verbreitungsgebiet ziehen auch durch die Schweiz auf dem Weg in Überwinterungsgebiete in Italien, Spanien und Frankreich.</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3</a:t>
            </a:fld>
            <a:endParaRPr lang="de-DE"/>
          </a:p>
        </p:txBody>
      </p:sp>
    </p:spTree>
    <p:extLst>
      <p:ext uri="{BB962C8B-B14F-4D97-AF65-F5344CB8AC3E}">
        <p14:creationId xmlns:p14="http://schemas.microsoft.com/office/powerpoint/2010/main" val="3140047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Im Gegensatz zu der grossen Population in Nordost-Europa ist die Schweizer Brutpopulation verhältnismässig klein, mit ca. 1000-4000 balzenden Männchen. Der Bestand und die Verbreitung sind relativ stabil, </a:t>
            </a:r>
            <a:endParaRPr lang="en-US" b="1" i="1">
              <a:solidFill>
                <a:srgbClr val="FF0000"/>
              </a:solidFill>
            </a:endParaRPr>
          </a:p>
        </p:txBody>
      </p:sp>
      <p:sp>
        <p:nvSpPr>
          <p:cNvPr id="4" name="Slide Number Placeholder 3"/>
          <p:cNvSpPr>
            <a:spLocks noGrp="1"/>
          </p:cNvSpPr>
          <p:nvPr>
            <p:ph type="sldNum" sz="quarter" idx="5"/>
          </p:nvPr>
        </p:nvSpPr>
        <p:spPr/>
        <p:txBody>
          <a:bodyPr/>
          <a:lstStyle/>
          <a:p>
            <a:fld id="{E645649B-6CD4-A145-9893-9512D4971508}" type="slidenum">
              <a:rPr lang="de-DE" smtClean="0"/>
              <a:t>4</a:t>
            </a:fld>
            <a:endParaRPr lang="de-DE"/>
          </a:p>
        </p:txBody>
      </p:sp>
    </p:spTree>
    <p:extLst>
      <p:ext uri="{BB962C8B-B14F-4D97-AF65-F5344CB8AC3E}">
        <p14:creationId xmlns:p14="http://schemas.microsoft.com/office/powerpoint/2010/main" val="3494989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0DCA5-5830-84F6-5FDE-1B1B257AB3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526B5-7F35-B951-E18A-CCFEC1442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13C4FD-73E8-E889-F407-E0DB6634AA97}"/>
              </a:ext>
            </a:extLst>
          </p:cNvPr>
          <p:cNvSpPr>
            <a:spLocks noGrp="1"/>
          </p:cNvSpPr>
          <p:nvPr>
            <p:ph type="body" idx="1"/>
          </p:nvPr>
        </p:nvSpPr>
        <p:spPr/>
        <p:txBody>
          <a:bodyPr/>
          <a:lstStyle/>
          <a:p>
            <a:r>
              <a:rPr lang="de-CH"/>
              <a:t>…aber in den letzten 30 Jahren ist die Art im Tiefland und im östlichen Jura an einigen Stellen verschwunden, wie man hier im Vergleich der Atlaskarten von den 1990er Jahren und 2016 sehen kann – die roten Quadrate waren 2013-2016 nicht mehr besetzt. </a:t>
            </a:r>
            <a:r>
              <a:rPr lang="de-CH" b="1" i="1">
                <a:solidFill>
                  <a:srgbClr val="FF0000"/>
                </a:solidFill>
              </a:rPr>
              <a:t>Da dieser Rückgang ist real, während die vermeintliche Zunahme in den Alpen jedoch höchstwahrscheinlich ein Beobachtungseffekt war (zur Zeit des Atlas der Neunzigerjahre weniger intensiv gesucht), daher ist der gesamtschweizerische Trend eher etwas negativer als er in der soeben gezeigten Trendlinie zum Ausdruck kommt.</a:t>
            </a:r>
            <a:endParaRPr lang="en-US" b="1" i="1">
              <a:solidFill>
                <a:srgbClr val="FF0000"/>
              </a:solidFill>
            </a:endParaRPr>
          </a:p>
        </p:txBody>
      </p:sp>
      <p:sp>
        <p:nvSpPr>
          <p:cNvPr id="4" name="Slide Number Placeholder 3">
            <a:extLst>
              <a:ext uri="{FF2B5EF4-FFF2-40B4-BE49-F238E27FC236}">
                <a16:creationId xmlns:a16="http://schemas.microsoft.com/office/drawing/2014/main" id="{A72FA505-00CB-0FDB-7BA8-014CB421B179}"/>
              </a:ext>
            </a:extLst>
          </p:cNvPr>
          <p:cNvSpPr>
            <a:spLocks noGrp="1"/>
          </p:cNvSpPr>
          <p:nvPr>
            <p:ph type="sldNum" sz="quarter" idx="5"/>
          </p:nvPr>
        </p:nvSpPr>
        <p:spPr/>
        <p:txBody>
          <a:bodyPr/>
          <a:lstStyle/>
          <a:p>
            <a:fld id="{E645649B-6CD4-A145-9893-9512D4971508}" type="slidenum">
              <a:rPr lang="de-DE" smtClean="0"/>
              <a:t>5</a:t>
            </a:fld>
            <a:endParaRPr lang="de-DE"/>
          </a:p>
        </p:txBody>
      </p:sp>
    </p:spTree>
    <p:extLst>
      <p:ext uri="{BB962C8B-B14F-4D97-AF65-F5344CB8AC3E}">
        <p14:creationId xmlns:p14="http://schemas.microsoft.com/office/powerpoint/2010/main" val="4072580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Die Waldschnepfe wird in der Schweiz traditionell noch bejagt, und im Durchschnitt werden pro Jahr knapp 2000 Waldschnepfen erlegt, und auch diese Abschusszahlen haben sich in den letzten 25 Jahren nicht stark verändert wie man auf der Grafik links sehen kann. Allerdings ist die Verteilung der Abschusszahlen nicht sehr homogen, sondern der Hauptanteil von knapp 90% wird im Tessin erlegt., wie man auf der Karte rechts sehen kann, wo die Anzahl der erlegten Waldschnepfen im Jahr 2024 dargestellt sind.</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6</a:t>
            </a:fld>
            <a:endParaRPr lang="de-DE"/>
          </a:p>
        </p:txBody>
      </p:sp>
    </p:spTree>
    <p:extLst>
      <p:ext uri="{BB962C8B-B14F-4D97-AF65-F5344CB8AC3E}">
        <p14:creationId xmlns:p14="http://schemas.microsoft.com/office/powerpoint/2010/main" val="830265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Die Jagdzeit für die Waldschnepfe geht von Mitte September bis Mitte Dezember auf der Bundesebene, wird aber durch kantonale Zusatzbestimmungen für jeden Kanton separat festgelegt, wie man auf dieser Grafik erkennen kann, und in vielen Kantonen beginnt die Jagdzeit erst Mitte Oktober.</a:t>
            </a:r>
          </a:p>
          <a:p>
            <a:endParaRPr lang="de-CH"/>
          </a:p>
          <a:p>
            <a:r>
              <a:rPr lang="de-CH"/>
              <a:t>Das Ziel dieser Jagdzeitbeschränkungen ist es die lokalen Brutvögel zu schützen, mit dem Gedanken dass Schweizer Brutvögel im Herbst irgendwann abziehen, und je später die Jagd beginnt desto unwahrscheinlicher ist es Schweizer Vögel zu erlegen.</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7</a:t>
            </a:fld>
            <a:endParaRPr lang="de-DE"/>
          </a:p>
        </p:txBody>
      </p:sp>
    </p:spTree>
    <p:extLst>
      <p:ext uri="{BB962C8B-B14F-4D97-AF65-F5344CB8AC3E}">
        <p14:creationId xmlns:p14="http://schemas.microsoft.com/office/powerpoint/2010/main" val="3861318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Die grosse Frage ist nun wie sich die Jagd auf die Schweizer Brutpopulation der Waldschnepfe auswirkt, und hierzu haben wir 2 konkrete Fragen zu beantworten versucht:</a:t>
            </a:r>
          </a:p>
          <a:p>
            <a:endParaRPr lang="de-CH"/>
          </a:p>
          <a:p>
            <a:r>
              <a:rPr lang="de-CH"/>
              <a:t>Zum einen wollten wir wissen wann die Schweizer Brutvögel aus ihrem Brutgebiet abziehen, um zu verstehen welcher Anteil der Vögel zur Jagdzeit noch anwesend ist.</a:t>
            </a:r>
          </a:p>
          <a:p>
            <a:endParaRPr lang="de-CH"/>
          </a:p>
          <a:p>
            <a:r>
              <a:rPr lang="de-CH"/>
              <a:t>Zum zweiten wollten wir wissen welcher Anteil der erlegten Waldschnepfen wahrscheinlich einer Schweizer Brutpopulation zuzuordnen ist.</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8</a:t>
            </a:fld>
            <a:endParaRPr lang="de-DE"/>
          </a:p>
        </p:txBody>
      </p:sp>
    </p:spTree>
    <p:extLst>
      <p:ext uri="{BB962C8B-B14F-4D97-AF65-F5344CB8AC3E}">
        <p14:creationId xmlns:p14="http://schemas.microsoft.com/office/powerpoint/2010/main" val="3860037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Um diese Fragen zu beantworten wurden intensive Studien von 2005 – 2018 im Jura durchgeführt. In dieser Zeit wurden 471 Individuen gefangen und beringt, und zwischen 2015-2018 wurden auch 85 Vögel mit Radio und Satellitensendern ausgestattet und ihre Bewegungen danach verfolgt. Damit war es uns möglich abzuschätzen wann die Vögel das Brutgebiet im Jura verlassen.</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9</a:t>
            </a:fld>
            <a:endParaRPr lang="de-DE"/>
          </a:p>
        </p:txBody>
      </p:sp>
    </p:spTree>
    <p:extLst>
      <p:ext uri="{BB962C8B-B14F-4D97-AF65-F5344CB8AC3E}">
        <p14:creationId xmlns:p14="http://schemas.microsoft.com/office/powerpoint/2010/main" val="1153377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Zur gleichen Zeit haben wir Jäger gebeten uns Federn der erlegten Waldschnepfen zur Analyse zur Verfügung zu stellen. Federn sind ein Archiv der Nährstoffe die ein Vogel zur Mauserzeit aufgenommen hat, und mit Hilfe von stabilen Wasserstoffisotopen in Federn kann man die Herkunft von Vögeln sehr grob bestimmen, da sich das </a:t>
            </a:r>
            <a:r>
              <a:rPr lang="de-CH" err="1"/>
              <a:t>isotopenverhältnis</a:t>
            </a:r>
            <a:r>
              <a:rPr lang="de-CH"/>
              <a:t> von Wasserstoff geographisch grossräumig verändert.</a:t>
            </a:r>
          </a:p>
          <a:p>
            <a:endParaRPr lang="de-CH"/>
          </a:p>
          <a:p>
            <a:r>
              <a:rPr lang="de-CH"/>
              <a:t>Währen der Untersuchungsjahre erhielten wir Federn von 842 Waldschnepfen, in denen wir die stabilen Wasserstoffisotope analysiert haben, um festzustellen ob eine Waldschnepfe aus der Schweiz kam oder von weiter weg.</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10</a:t>
            </a:fld>
            <a:endParaRPr lang="de-DE"/>
          </a:p>
        </p:txBody>
      </p:sp>
    </p:spTree>
    <p:extLst>
      <p:ext uri="{BB962C8B-B14F-4D97-AF65-F5344CB8AC3E}">
        <p14:creationId xmlns:p14="http://schemas.microsoft.com/office/powerpoint/2010/main" val="4279939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Ein kurzer überblick über unsere Daten verrät wie schwierig es ist, die Zugphänologie der Waldschnepfe zu untersuchen: von den 471 Vögeln die wir beringt haben stammen nur 100 aus der Brutzeit im Frühling, d.h. von diesen Vögeln können wir annehmen dass es Schweizer Brutvögel waren. </a:t>
            </a:r>
          </a:p>
          <a:p>
            <a:endParaRPr lang="de-CH"/>
          </a:p>
          <a:p>
            <a:r>
              <a:rPr lang="de-CH"/>
              <a:t>Davon wurden knapp 80% niemals wieder gesehen oder registriert, d.h. vom grössten Teil der beringten Vögel haben wir keine Informationen was mit ihnen passiert ist.</a:t>
            </a:r>
          </a:p>
          <a:p>
            <a:endParaRPr lang="de-CH"/>
          </a:p>
          <a:p>
            <a:r>
              <a:rPr lang="de-CH"/>
              <a:t>Insgesamt 101 dieser Waldschnepfen wurden geschossen, darunter 19% der im Frühjahr beringten, also der Schweizer Brutvögel. Allerdings wurde nur ein einziger dieser Vögel in der Schweiz geschossen, und ein Grossteil der anderen in Frankreich und Spanien</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11</a:t>
            </a:fld>
            <a:endParaRPr lang="de-DE"/>
          </a:p>
        </p:txBody>
      </p:sp>
    </p:spTree>
    <p:extLst>
      <p:ext uri="{BB962C8B-B14F-4D97-AF65-F5344CB8AC3E}">
        <p14:creationId xmlns:p14="http://schemas.microsoft.com/office/powerpoint/2010/main" val="3716638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Anhand der Telemetriedaten konnten wir jedoch feststellen dass die meisten Waldschnepfen zu Beginn der Jagdzeit noch im Brutgebiet anwesend sind. Die blaue Linie in dieser Grafik zeigt den Anteil der Waldschnepfen die bereits abgezogen sind über die zweite Jahreshälfte, und die roten Linien zeigen die Jagdzeit auf Bundesebene von Mitte September bis Mitte Dezember.</a:t>
            </a:r>
          </a:p>
          <a:p>
            <a:endParaRPr lang="de-CH"/>
          </a:p>
          <a:p>
            <a:r>
              <a:rPr lang="de-CH"/>
              <a:t>Die Haupt-Jagdzeit fällt in den </a:t>
            </a:r>
            <a:r>
              <a:rPr lang="de-CH" err="1"/>
              <a:t>bereich</a:t>
            </a:r>
            <a:r>
              <a:rPr lang="de-CH"/>
              <a:t> zwischen Mitte Oktober und Mitte November, und zu dieser Zeit verlassen viele einheimische Waldschnepfen das Brutgebiet, aber es dauert bis Anfang Dezember bis 95% der lokalen </a:t>
            </a:r>
            <a:r>
              <a:rPr lang="de-CH" err="1"/>
              <a:t>waldschnepfen</a:t>
            </a:r>
            <a:r>
              <a:rPr lang="de-CH"/>
              <a:t> abgezogen sind.</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12</a:t>
            </a:fld>
            <a:endParaRPr lang="de-DE"/>
          </a:p>
        </p:txBody>
      </p:sp>
    </p:spTree>
    <p:extLst>
      <p:ext uri="{BB962C8B-B14F-4D97-AF65-F5344CB8AC3E}">
        <p14:creationId xmlns:p14="http://schemas.microsoft.com/office/powerpoint/2010/main" val="3182533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Die meisten </a:t>
            </a:r>
            <a:r>
              <a:rPr lang="de-CH" dirty="0" err="1"/>
              <a:t>waldschnepfen</a:t>
            </a:r>
            <a:r>
              <a:rPr lang="de-CH" dirty="0"/>
              <a:t> werden zur Hauptzugzeit geschossen, und diese Grafik zeigt die Anzahl der geschossenen Waldschnepfen als graue Säulen über die zweite Jahreshälfte, und als Referenz zeigt die blaue Linie die relative Häufigkeit der einheimischen Schnepfen (wie auf der vorhergehenden Grafik) und die gelbe Linie die relative Häufigkeit mit der die Waldschnepfe in der Schweiz beobachtet wird.</a:t>
            </a:r>
          </a:p>
          <a:p>
            <a:endParaRPr lang="de-CH" dirty="0"/>
          </a:p>
          <a:p>
            <a:r>
              <a:rPr lang="de-CH" dirty="0"/>
              <a:t>Hieraus können wir deutlich sehen dass die meisten Schnepfen zu einer </a:t>
            </a:r>
            <a:r>
              <a:rPr lang="de-CH" dirty="0" err="1"/>
              <a:t>jahreszeit</a:t>
            </a:r>
            <a:r>
              <a:rPr lang="de-CH" dirty="0"/>
              <a:t> geschossen werden wenn viele Zugvögel durch die Schweiz ziehen, und obwohl fast die Hälfte der einheimischen Vögel noch da ist, werden diese zahlenmässig von Zugvögeln übertroffen so dass es durch einen Verdünnungseffekt unwahrscheinlich ist dass Schweizer Vögel erschossen werden.</a:t>
            </a:r>
          </a:p>
          <a:p>
            <a:endParaRPr lang="de-CH" dirty="0"/>
          </a:p>
          <a:p>
            <a:r>
              <a:rPr lang="de-CH" dirty="0"/>
              <a:t>ORNITHO.CH</a:t>
            </a:r>
          </a:p>
          <a:p>
            <a:endParaRPr lang="en-US" dirty="0"/>
          </a:p>
        </p:txBody>
      </p:sp>
      <p:sp>
        <p:nvSpPr>
          <p:cNvPr id="4" name="Slide Number Placeholder 3"/>
          <p:cNvSpPr>
            <a:spLocks noGrp="1"/>
          </p:cNvSpPr>
          <p:nvPr>
            <p:ph type="sldNum" sz="quarter" idx="5"/>
          </p:nvPr>
        </p:nvSpPr>
        <p:spPr/>
        <p:txBody>
          <a:bodyPr/>
          <a:lstStyle/>
          <a:p>
            <a:fld id="{E645649B-6CD4-A145-9893-9512D4971508}" type="slidenum">
              <a:rPr lang="de-DE" smtClean="0"/>
              <a:t>13</a:t>
            </a:fld>
            <a:endParaRPr lang="de-DE"/>
          </a:p>
        </p:txBody>
      </p:sp>
    </p:spTree>
    <p:extLst>
      <p:ext uri="{BB962C8B-B14F-4D97-AF65-F5344CB8AC3E}">
        <p14:creationId xmlns:p14="http://schemas.microsoft.com/office/powerpoint/2010/main" val="2100669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Aufgrund der Feder-Analysen haben wir dementsprechend auch feststellen können dass fast durchgehend &gt;80% der geschossenen Waldschnepfen nicht Schweizer Herkunft waren. Diese Grafik zeigt den durchschnittlichen Anteil der geschossenen Waldschnepfen pro Kanton für Jungvögel in Gelb und für Altvögel in blau, mit einem 95%-Konfidenzintervall. Obwohl der Mittelwert recht hoch ist, sehen wir dass es doch recht grosse Unsicherheiten bei der geografischen Zuordnung gibt, und eine genaue Bestimmung jeder einzelnen Waldschnepfe ist nicht mit grosser Sicherheit möglich.</a:t>
            </a:r>
          </a:p>
          <a:p>
            <a:endParaRPr lang="de-CH" dirty="0"/>
          </a:p>
          <a:p>
            <a:r>
              <a:rPr lang="de-CH" dirty="0"/>
              <a:t>EIN BALKEN PRO KANTON</a:t>
            </a:r>
            <a:endParaRPr lang="en-US" dirty="0"/>
          </a:p>
        </p:txBody>
      </p:sp>
      <p:sp>
        <p:nvSpPr>
          <p:cNvPr id="4" name="Slide Number Placeholder 3"/>
          <p:cNvSpPr>
            <a:spLocks noGrp="1"/>
          </p:cNvSpPr>
          <p:nvPr>
            <p:ph type="sldNum" sz="quarter" idx="5"/>
          </p:nvPr>
        </p:nvSpPr>
        <p:spPr/>
        <p:txBody>
          <a:bodyPr/>
          <a:lstStyle/>
          <a:p>
            <a:fld id="{E645649B-6CD4-A145-9893-9512D4971508}" type="slidenum">
              <a:rPr lang="de-DE" smtClean="0"/>
              <a:t>14</a:t>
            </a:fld>
            <a:endParaRPr lang="de-DE"/>
          </a:p>
        </p:txBody>
      </p:sp>
    </p:spTree>
    <p:extLst>
      <p:ext uri="{BB962C8B-B14F-4D97-AF65-F5344CB8AC3E}">
        <p14:creationId xmlns:p14="http://schemas.microsoft.com/office/powerpoint/2010/main" val="3440846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Wenn wir die Erkenntnisse nun grob zusammenrechnen dann lassen sich folgende Berechnungen anstellen: </a:t>
            </a:r>
          </a:p>
          <a:p>
            <a:endParaRPr lang="de-CH"/>
          </a:p>
          <a:p>
            <a:r>
              <a:rPr lang="de-CH"/>
              <a:t>Wenn wir von einer Brutpopulation von 2000-8000 Waldschnepfen in der Schweiz ausgehen, und einem jährlichen Abschuss von 1820 Vögeln, dann wären aufgrund unserer Berechnungen jedes </a:t>
            </a:r>
            <a:r>
              <a:rPr lang="de-CH" err="1"/>
              <a:t>jahr</a:t>
            </a:r>
            <a:r>
              <a:rPr lang="de-CH"/>
              <a:t> ca. 36 – 983 lokale Waldschnepfen Opfer der Jagd. Davon waren knapp 30% Altvögel, also wären dies 10 – 283 adulte Waldschnepfen, was 0.1 – 14% der Schweizer Brutpopulation darstellt.</a:t>
            </a:r>
          </a:p>
          <a:p>
            <a:endParaRPr lang="de-CH"/>
          </a:p>
          <a:p>
            <a:r>
              <a:rPr lang="de-CH"/>
              <a:t>Diese recht grosse Unsicherheit stammt daher, dass es eben sehr schwierig ist die geschossenen Schnepfen einer genauen Herkunft zuzuordnen.</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15</a:t>
            </a:fld>
            <a:endParaRPr lang="de-DE"/>
          </a:p>
        </p:txBody>
      </p:sp>
    </p:spTree>
    <p:extLst>
      <p:ext uri="{BB962C8B-B14F-4D97-AF65-F5344CB8AC3E}">
        <p14:creationId xmlns:p14="http://schemas.microsoft.com/office/powerpoint/2010/main" val="2786297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Insgesamt ist es daher auch sehr schwierig die Auswirkung der Jagd in der Schweiz abzuschätzen.</a:t>
            </a:r>
          </a:p>
          <a:p>
            <a:endParaRPr lang="de-CH"/>
          </a:p>
          <a:p>
            <a:r>
              <a:rPr lang="de-CH"/>
              <a:t>Wir haben gesehen dass viele lokale Brutvögel zur Jagdzeit noch anwesend sind, und dass es lediglich die Verdünnung durch zahlenmässig sehr häufige Zugvögel ist welche die Schweizer Waldschnepfen davor schützt in der Schweiz erschossen zu werden.</a:t>
            </a:r>
          </a:p>
          <a:p>
            <a:endParaRPr lang="de-CH"/>
          </a:p>
          <a:p>
            <a:r>
              <a:rPr lang="de-CH"/>
              <a:t>Zudem ist die proportionale Mortalität durch die Jagd in anderen Ländern viel höher, es ist also unwahrscheinlich dass die Jagd in der Schweiz sehr grosse Auswirkungen auf den Schweizer Brutbestand hat.</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16</a:t>
            </a:fld>
            <a:endParaRPr lang="de-DE"/>
          </a:p>
        </p:txBody>
      </p:sp>
    </p:spTree>
    <p:extLst>
      <p:ext uri="{BB962C8B-B14F-4D97-AF65-F5344CB8AC3E}">
        <p14:creationId xmlns:p14="http://schemas.microsoft.com/office/powerpoint/2010/main" val="2248698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Allerdings sollten wir uns durchaus fragen ob es denn dauerhaft nachhaltig ist wenn wir unsere Schweizer Waldschnepfen lediglich dadurch ‘schützen’ dass wir Vögel anderer Herkunft abschiessen.</a:t>
            </a:r>
          </a:p>
          <a:p>
            <a:endParaRPr lang="de-CH"/>
          </a:p>
          <a:p>
            <a:r>
              <a:rPr lang="de-CH"/>
              <a:t>Erstens kennen wir den Status der Herkunfts-Populationen nicht, und keiner weiss ob der Abschuss von Zugvögeln Auswirkungen auf andere Brutpopulationen hat.</a:t>
            </a:r>
          </a:p>
          <a:p>
            <a:endParaRPr lang="de-CH"/>
          </a:p>
          <a:p>
            <a:r>
              <a:rPr lang="de-CH"/>
              <a:t>Zweitens sind wir in einer komplizierten Lage wenn wir in der Schweiz den Abschuss von Zugvögeln gutheissen, aber Südeuropäer mit demselben Argument alle Schweizer Waldschnepfen – die dort ja ‘nur’ Zugvögel sind – abschiessen können. Die meisten unserer markierten Vögel die abgeschossen wurden </a:t>
            </a:r>
            <a:r>
              <a:rPr lang="de-CH" err="1"/>
              <a:t>wurden</a:t>
            </a:r>
            <a:r>
              <a:rPr lang="de-CH"/>
              <a:t> in Frankreich und Spanien erlegt, und wir können nicht andere Länder bitten unsere Schnepfen zu verschonen wenn wir das nicht für andere tun.</a:t>
            </a:r>
          </a:p>
          <a:p>
            <a:endParaRPr lang="de-CH"/>
          </a:p>
          <a:p>
            <a:r>
              <a:rPr lang="de-CH"/>
              <a:t>Die Jagd auf Zugvögel sollte daher entlang des gesamten Zugweges koordiniert werden.</a:t>
            </a:r>
            <a:endParaRPr lang="en-US"/>
          </a:p>
        </p:txBody>
      </p:sp>
      <p:sp>
        <p:nvSpPr>
          <p:cNvPr id="4" name="Slide Number Placeholder 3"/>
          <p:cNvSpPr>
            <a:spLocks noGrp="1"/>
          </p:cNvSpPr>
          <p:nvPr>
            <p:ph type="sldNum" sz="quarter" idx="5"/>
          </p:nvPr>
        </p:nvSpPr>
        <p:spPr/>
        <p:txBody>
          <a:bodyPr/>
          <a:lstStyle/>
          <a:p>
            <a:fld id="{E645649B-6CD4-A145-9893-9512D4971508}" type="slidenum">
              <a:rPr lang="de-DE" smtClean="0"/>
              <a:t>17</a:t>
            </a:fld>
            <a:endParaRPr lang="de-DE"/>
          </a:p>
        </p:txBody>
      </p:sp>
    </p:spTree>
    <p:extLst>
      <p:ext uri="{BB962C8B-B14F-4D97-AF65-F5344CB8AC3E}">
        <p14:creationId xmlns:p14="http://schemas.microsoft.com/office/powerpoint/2010/main" val="40608135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AFE2C15E-89AD-394B-8ECA-FA037E8CECB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3" y="-6583"/>
            <a:ext cx="7772400" cy="2430485"/>
          </a:xfrm>
          <a:prstGeom prst="rect">
            <a:avLst/>
          </a:prstGeom>
        </p:spPr>
      </p:pic>
      <p:sp>
        <p:nvSpPr>
          <p:cNvPr id="9" name="Picture Placeholder 2">
            <a:extLst>
              <a:ext uri="{FF2B5EF4-FFF2-40B4-BE49-F238E27FC236}">
                <a16:creationId xmlns:a16="http://schemas.microsoft.com/office/drawing/2014/main" id="{3BC032D9-43AA-3D48-B721-C448BB6B311B}"/>
              </a:ext>
            </a:extLst>
          </p:cNvPr>
          <p:cNvSpPr>
            <a:spLocks noGrp="1"/>
          </p:cNvSpPr>
          <p:nvPr>
            <p:ph type="pic" idx="13"/>
          </p:nvPr>
        </p:nvSpPr>
        <p:spPr>
          <a:xfrm>
            <a:off x="357057" y="1208659"/>
            <a:ext cx="11425143" cy="4975624"/>
          </a:xfrm>
          <a:solidFill>
            <a:schemeClr val="accent6">
              <a:lumMod val="20000"/>
              <a:lumOff val="80000"/>
            </a:schemeClr>
          </a:solidFill>
        </p:spPr>
        <p:txBody>
          <a:bodyPr anchor="t">
            <a:normAutofit/>
          </a:bodyPr>
          <a:lstStyle>
            <a:lvl1pPr marL="0" indent="0">
              <a:buNone/>
              <a:defRPr sz="1000" baseline="0"/>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en-US"/>
              <a:t>Click icon to add picture</a:t>
            </a:r>
          </a:p>
        </p:txBody>
      </p:sp>
      <p:pic>
        <p:nvPicPr>
          <p:cNvPr id="10" name="Grafik 9">
            <a:extLst>
              <a:ext uri="{FF2B5EF4-FFF2-40B4-BE49-F238E27FC236}">
                <a16:creationId xmlns:a16="http://schemas.microsoft.com/office/drawing/2014/main" id="{3CC91C19-5B1C-2F45-99FA-9ED215AA5D31}"/>
              </a:ext>
            </a:extLst>
          </p:cNvPr>
          <p:cNvPicPr>
            <a:picLocks noChangeAspect="1"/>
          </p:cNvPicPr>
          <p:nvPr userDrawn="1"/>
        </p:nvPicPr>
        <p:blipFill>
          <a:blip r:embed="rId3"/>
          <a:stretch>
            <a:fillRect/>
          </a:stretch>
        </p:blipFill>
        <p:spPr>
          <a:xfrm>
            <a:off x="355220" y="1082591"/>
            <a:ext cx="11445267" cy="126068"/>
          </a:xfrm>
          <a:prstGeom prst="rect">
            <a:avLst/>
          </a:prstGeom>
        </p:spPr>
      </p:pic>
      <p:sp>
        <p:nvSpPr>
          <p:cNvPr id="2" name="Titel 1">
            <a:extLst>
              <a:ext uri="{FF2B5EF4-FFF2-40B4-BE49-F238E27FC236}">
                <a16:creationId xmlns:a16="http://schemas.microsoft.com/office/drawing/2014/main" id="{F903BB3A-77D4-4849-9023-D2AF47582F7A}"/>
              </a:ext>
            </a:extLst>
          </p:cNvPr>
          <p:cNvSpPr>
            <a:spLocks noGrp="1"/>
          </p:cNvSpPr>
          <p:nvPr>
            <p:ph type="ctrTitle"/>
          </p:nvPr>
        </p:nvSpPr>
        <p:spPr>
          <a:xfrm>
            <a:off x="728559" y="2712552"/>
            <a:ext cx="9144000" cy="2387600"/>
          </a:xfrm>
        </p:spPr>
        <p:txBody>
          <a:bodyPr anchor="ctr" anchorCtr="0"/>
          <a:lstStyle>
            <a:lvl1pPr algn="l">
              <a:defRPr sz="6000"/>
            </a:lvl1pPr>
          </a:lstStyle>
          <a:p>
            <a:r>
              <a:rPr lang="en-US"/>
              <a:t>Click to edit Master title style</a:t>
            </a:r>
            <a:endParaRPr lang="de-DE"/>
          </a:p>
        </p:txBody>
      </p:sp>
      <p:pic>
        <p:nvPicPr>
          <p:cNvPr id="7" name="Grafik 6">
            <a:extLst>
              <a:ext uri="{FF2B5EF4-FFF2-40B4-BE49-F238E27FC236}">
                <a16:creationId xmlns:a16="http://schemas.microsoft.com/office/drawing/2014/main" id="{AC360919-88A9-7744-8EA1-1975638DB7F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09800" y="360000"/>
            <a:ext cx="1800000" cy="504000"/>
          </a:xfrm>
          <a:prstGeom prst="rect">
            <a:avLst/>
          </a:prstGeom>
        </p:spPr>
      </p:pic>
      <p:sp>
        <p:nvSpPr>
          <p:cNvPr id="11" name="Content Placeholder 2">
            <a:extLst>
              <a:ext uri="{FF2B5EF4-FFF2-40B4-BE49-F238E27FC236}">
                <a16:creationId xmlns:a16="http://schemas.microsoft.com/office/drawing/2014/main" id="{883C50C4-5C9E-3A49-85FF-700F2AAFC5A7}"/>
              </a:ext>
            </a:extLst>
          </p:cNvPr>
          <p:cNvSpPr>
            <a:spLocks noGrp="1"/>
          </p:cNvSpPr>
          <p:nvPr>
            <p:ph idx="14" hasCustomPrompt="1"/>
          </p:nvPr>
        </p:nvSpPr>
        <p:spPr>
          <a:xfrm rot="16200000">
            <a:off x="10535007" y="2213541"/>
            <a:ext cx="2134844" cy="204623"/>
          </a:xfrm>
        </p:spPr>
        <p:txBody>
          <a:bodyPr>
            <a:normAutofit/>
          </a:bodyPr>
          <a:lstStyle>
            <a:lvl1pPr marL="0" indent="0" algn="r">
              <a:buFontTx/>
              <a:buNone/>
              <a:defRPr sz="600" b="0" i="0" baseline="0">
                <a:solidFill>
                  <a:schemeClr val="bg1"/>
                </a:solidFill>
                <a:latin typeface="+mn-lt"/>
              </a:defRPr>
            </a:lvl1pPr>
            <a:lvl2pPr marL="0" indent="0">
              <a:buNone/>
              <a:defRPr/>
            </a:lvl2pPr>
          </a:lstStyle>
          <a:p>
            <a:pPr lvl="0"/>
            <a:r>
              <a:rPr lang="de-DE"/>
              <a:t>© Fotograf</a:t>
            </a:r>
          </a:p>
        </p:txBody>
      </p:sp>
      <p:sp>
        <p:nvSpPr>
          <p:cNvPr id="6" name="Datumsplatzhalter 4">
            <a:extLst>
              <a:ext uri="{FF2B5EF4-FFF2-40B4-BE49-F238E27FC236}">
                <a16:creationId xmlns:a16="http://schemas.microsoft.com/office/drawing/2014/main" id="{D7465CCC-A8C7-220B-6A0E-DBB6B40AADFB}"/>
              </a:ext>
            </a:extLst>
          </p:cNvPr>
          <p:cNvSpPr>
            <a:spLocks noGrp="1"/>
          </p:cNvSpPr>
          <p:nvPr>
            <p:ph type="dt" sz="half" idx="2"/>
          </p:nvPr>
        </p:nvSpPr>
        <p:spPr>
          <a:xfrm>
            <a:off x="409800" y="6356350"/>
            <a:ext cx="2743200" cy="365125"/>
          </a:xfrm>
          <a:prstGeom prst="rect">
            <a:avLst/>
          </a:prstGeom>
        </p:spPr>
        <p:txBody>
          <a:bodyPr vert="horz" lIns="91440" tIns="45720" rIns="91440" bIns="45720" rtlCol="0" anchor="ctr"/>
          <a:lstStyle>
            <a:lvl1pPr algn="l">
              <a:defRPr lang="de-CH" sz="1200" smtClean="0">
                <a:solidFill>
                  <a:schemeClr val="tx1">
                    <a:tint val="75000"/>
                  </a:schemeClr>
                </a:solidFill>
              </a:defRPr>
            </a:lvl1pPr>
          </a:lstStyle>
          <a:p>
            <a:r>
              <a:rPr lang="de-CH"/>
              <a:t>Sonntag, 6. April 1924</a:t>
            </a:r>
          </a:p>
        </p:txBody>
      </p:sp>
    </p:spTree>
    <p:extLst>
      <p:ext uri="{BB962C8B-B14F-4D97-AF65-F5344CB8AC3E}">
        <p14:creationId xmlns:p14="http://schemas.microsoft.com/office/powerpoint/2010/main" val="436545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340E0C53-ED68-A640-8B9E-9532C0E896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3" y="-6583"/>
            <a:ext cx="7772400" cy="2430485"/>
          </a:xfrm>
          <a:prstGeom prst="rect">
            <a:avLst/>
          </a:prstGeom>
        </p:spPr>
      </p:pic>
      <p:pic>
        <p:nvPicPr>
          <p:cNvPr id="8" name="Grafik 7">
            <a:extLst>
              <a:ext uri="{FF2B5EF4-FFF2-40B4-BE49-F238E27FC236}">
                <a16:creationId xmlns:a16="http://schemas.microsoft.com/office/drawing/2014/main" id="{DD6FEB93-10F8-B24C-BB77-DCECA631F5F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99907" y="296206"/>
            <a:ext cx="432000" cy="432000"/>
          </a:xfrm>
          <a:prstGeom prst="rect">
            <a:avLst/>
          </a:prstGeom>
        </p:spPr>
      </p:pic>
      <p:sp>
        <p:nvSpPr>
          <p:cNvPr id="2" name="Titel 1">
            <a:extLst>
              <a:ext uri="{FF2B5EF4-FFF2-40B4-BE49-F238E27FC236}">
                <a16:creationId xmlns:a16="http://schemas.microsoft.com/office/drawing/2014/main" id="{799587A9-E655-CD43-A1DC-3AE2D2B675DA}"/>
              </a:ext>
            </a:extLst>
          </p:cNvPr>
          <p:cNvSpPr>
            <a:spLocks noGrp="1"/>
          </p:cNvSpPr>
          <p:nvPr>
            <p:ph type="title"/>
          </p:nvPr>
        </p:nvSpPr>
        <p:spPr>
          <a:xfrm>
            <a:off x="409799" y="365125"/>
            <a:ext cx="11372399" cy="900149"/>
          </a:xfrm>
        </p:spPr>
        <p:txBody>
          <a:bodyPr/>
          <a:lstStyle/>
          <a:p>
            <a:r>
              <a:rPr lang="en-US"/>
              <a:t>Click to edit Master title style</a:t>
            </a:r>
            <a:endParaRPr lang="de-DE"/>
          </a:p>
        </p:txBody>
      </p:sp>
      <p:sp>
        <p:nvSpPr>
          <p:cNvPr id="3" name="Inhaltsplatzhalter 2">
            <a:extLst>
              <a:ext uri="{FF2B5EF4-FFF2-40B4-BE49-F238E27FC236}">
                <a16:creationId xmlns:a16="http://schemas.microsoft.com/office/drawing/2014/main" id="{144CA4CD-AA7D-E044-80EC-715A1DFE0F27}"/>
              </a:ext>
            </a:extLst>
          </p:cNvPr>
          <p:cNvSpPr>
            <a:spLocks noGrp="1"/>
          </p:cNvSpPr>
          <p:nvPr>
            <p:ph idx="1"/>
          </p:nvPr>
        </p:nvSpPr>
        <p:spPr>
          <a:xfrm>
            <a:off x="409800" y="1446028"/>
            <a:ext cx="11372400" cy="47309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0" name="Fußzeilenplatzhalter 4">
            <a:extLst>
              <a:ext uri="{FF2B5EF4-FFF2-40B4-BE49-F238E27FC236}">
                <a16:creationId xmlns:a16="http://schemas.microsoft.com/office/drawing/2014/main" id="{A6427F51-A408-504F-92D7-FCC555B872AA}"/>
              </a:ext>
            </a:extLst>
          </p:cNvPr>
          <p:cNvSpPr>
            <a:spLocks noGrp="1"/>
          </p:cNvSpPr>
          <p:nvPr>
            <p:ph type="ftr" sz="quarter" idx="11"/>
          </p:nvPr>
        </p:nvSpPr>
        <p:spPr>
          <a:xfrm>
            <a:off x="4038600" y="6356350"/>
            <a:ext cx="7743600" cy="365125"/>
          </a:xfrm>
          <a:prstGeom prst="rect">
            <a:avLst/>
          </a:prstGeom>
        </p:spPr>
        <p:txBody>
          <a:bodyPr/>
          <a:lstStyle>
            <a:lvl1pPr>
              <a:defRPr/>
            </a:lvl1pPr>
          </a:lstStyle>
          <a:p>
            <a:r>
              <a:rPr lang="de-DE" err="1"/>
              <a:t>Fusszeile</a:t>
            </a:r>
            <a:r>
              <a:rPr lang="de-DE"/>
              <a:t> optional</a:t>
            </a:r>
          </a:p>
        </p:txBody>
      </p:sp>
    </p:spTree>
    <p:extLst>
      <p:ext uri="{BB962C8B-B14F-4D97-AF65-F5344CB8AC3E}">
        <p14:creationId xmlns:p14="http://schemas.microsoft.com/office/powerpoint/2010/main" val="247981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F3350AD5-6246-0C02-8AAC-29FFF07BC679}"/>
              </a:ext>
            </a:extLst>
          </p:cNvPr>
          <p:cNvSpPr>
            <a:spLocks noGrp="1"/>
          </p:cNvSpPr>
          <p:nvPr>
            <p:ph idx="1"/>
          </p:nvPr>
        </p:nvSpPr>
        <p:spPr>
          <a:xfrm>
            <a:off x="530688" y="653281"/>
            <a:ext cx="9972000" cy="4869696"/>
          </a:xfrm>
        </p:spPr>
        <p:txBody>
          <a:bodyPr anchor="ctr" anchorCtr="0">
            <a:normAutofit/>
          </a:bodyPr>
          <a:lstStyle>
            <a:lvl1pPr marL="0" indent="0" algn="ctr">
              <a:buFontTx/>
              <a:buNone/>
              <a:defRPr sz="5000" b="0" i="1" baseline="0">
                <a:solidFill>
                  <a:srgbClr val="646464"/>
                </a:solidFill>
                <a:latin typeface="+mj-lt"/>
              </a:defRPr>
            </a:lvl1pPr>
            <a:lvl2pPr marL="0" indent="0">
              <a:buNone/>
              <a:defRPr/>
            </a:lvl2pPr>
          </a:lstStyle>
          <a:p>
            <a:pPr lvl="0"/>
            <a:r>
              <a:rPr lang="en-US"/>
              <a:t>Click to edit Master text styles</a:t>
            </a:r>
          </a:p>
        </p:txBody>
      </p:sp>
      <p:pic>
        <p:nvPicPr>
          <p:cNvPr id="6" name="Grafik 5">
            <a:extLst>
              <a:ext uri="{FF2B5EF4-FFF2-40B4-BE49-F238E27FC236}">
                <a16:creationId xmlns:a16="http://schemas.microsoft.com/office/drawing/2014/main" id="{D1EB9F0B-118F-9A30-0E1E-37D5D6A5153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3" y="-6583"/>
            <a:ext cx="7772400" cy="2430485"/>
          </a:xfrm>
          <a:prstGeom prst="rect">
            <a:avLst/>
          </a:prstGeom>
        </p:spPr>
      </p:pic>
      <p:pic>
        <p:nvPicPr>
          <p:cNvPr id="7" name="Grafik 6">
            <a:extLst>
              <a:ext uri="{FF2B5EF4-FFF2-40B4-BE49-F238E27FC236}">
                <a16:creationId xmlns:a16="http://schemas.microsoft.com/office/drawing/2014/main" id="{39AC7FE1-9A4E-96C3-951B-E81000153EC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99907" y="296206"/>
            <a:ext cx="432000" cy="432000"/>
          </a:xfrm>
          <a:prstGeom prst="rect">
            <a:avLst/>
          </a:prstGeom>
        </p:spPr>
      </p:pic>
    </p:spTree>
    <p:extLst>
      <p:ext uri="{BB962C8B-B14F-4D97-AF65-F5344CB8AC3E}">
        <p14:creationId xmlns:p14="http://schemas.microsoft.com/office/powerpoint/2010/main" val="3479919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Links mit Inhalt">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4D6AC36A-1B6D-BE4B-8586-1EE68E6D00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3" y="-6583"/>
            <a:ext cx="7772400" cy="2430485"/>
          </a:xfrm>
          <a:prstGeom prst="rect">
            <a:avLst/>
          </a:prstGeom>
        </p:spPr>
      </p:pic>
      <p:pic>
        <p:nvPicPr>
          <p:cNvPr id="9" name="Grafik 8">
            <a:extLst>
              <a:ext uri="{FF2B5EF4-FFF2-40B4-BE49-F238E27FC236}">
                <a16:creationId xmlns:a16="http://schemas.microsoft.com/office/drawing/2014/main" id="{E7703715-4AFD-FA47-A868-2B07A6257D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99907" y="296206"/>
            <a:ext cx="432000" cy="432000"/>
          </a:xfrm>
          <a:prstGeom prst="rect">
            <a:avLst/>
          </a:prstGeom>
        </p:spPr>
      </p:pic>
      <p:sp>
        <p:nvSpPr>
          <p:cNvPr id="2" name="Titel 1">
            <a:extLst>
              <a:ext uri="{FF2B5EF4-FFF2-40B4-BE49-F238E27FC236}">
                <a16:creationId xmlns:a16="http://schemas.microsoft.com/office/drawing/2014/main" id="{799587A9-E655-CD43-A1DC-3AE2D2B675DA}"/>
              </a:ext>
            </a:extLst>
          </p:cNvPr>
          <p:cNvSpPr>
            <a:spLocks noGrp="1"/>
          </p:cNvSpPr>
          <p:nvPr>
            <p:ph type="title"/>
          </p:nvPr>
        </p:nvSpPr>
        <p:spPr>
          <a:xfrm>
            <a:off x="381000" y="2766218"/>
            <a:ext cx="3200400" cy="1325563"/>
          </a:xfrm>
        </p:spPr>
        <p:txBody>
          <a:bodyPr/>
          <a:lstStyle/>
          <a:p>
            <a:r>
              <a:rPr lang="en-US"/>
              <a:t>Click to edit Master title style</a:t>
            </a:r>
            <a:endParaRPr lang="de-DE"/>
          </a:p>
        </p:txBody>
      </p:sp>
      <p:sp>
        <p:nvSpPr>
          <p:cNvPr id="3" name="Inhaltsplatzhalter 2">
            <a:extLst>
              <a:ext uri="{FF2B5EF4-FFF2-40B4-BE49-F238E27FC236}">
                <a16:creationId xmlns:a16="http://schemas.microsoft.com/office/drawing/2014/main" id="{144CA4CD-AA7D-E044-80EC-715A1DFE0F27}"/>
              </a:ext>
            </a:extLst>
          </p:cNvPr>
          <p:cNvSpPr>
            <a:spLocks noGrp="1"/>
          </p:cNvSpPr>
          <p:nvPr>
            <p:ph idx="1"/>
          </p:nvPr>
        </p:nvSpPr>
        <p:spPr>
          <a:xfrm>
            <a:off x="4038600" y="360000"/>
            <a:ext cx="7772400" cy="55836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Fußzeilenplatzhalter 4">
            <a:extLst>
              <a:ext uri="{FF2B5EF4-FFF2-40B4-BE49-F238E27FC236}">
                <a16:creationId xmlns:a16="http://schemas.microsoft.com/office/drawing/2014/main" id="{59C706A3-4FB0-5A93-941E-8CFE45448A90}"/>
              </a:ext>
            </a:extLst>
          </p:cNvPr>
          <p:cNvSpPr>
            <a:spLocks noGrp="1"/>
          </p:cNvSpPr>
          <p:nvPr>
            <p:ph type="ftr" sz="quarter" idx="11"/>
          </p:nvPr>
        </p:nvSpPr>
        <p:spPr>
          <a:xfrm>
            <a:off x="4038600" y="6356350"/>
            <a:ext cx="7743600" cy="365125"/>
          </a:xfrm>
          <a:prstGeom prst="rect">
            <a:avLst/>
          </a:prstGeom>
        </p:spPr>
        <p:txBody>
          <a:bodyPr/>
          <a:lstStyle>
            <a:lvl1pPr>
              <a:defRPr/>
            </a:lvl1pPr>
          </a:lstStyle>
          <a:p>
            <a:r>
              <a:rPr lang="de-DE" err="1"/>
              <a:t>Fusszeile</a:t>
            </a:r>
            <a:r>
              <a:rPr lang="de-DE"/>
              <a:t> optional</a:t>
            </a:r>
          </a:p>
        </p:txBody>
      </p:sp>
    </p:spTree>
    <p:extLst>
      <p:ext uri="{BB962C8B-B14F-4D97-AF65-F5344CB8AC3E}">
        <p14:creationId xmlns:p14="http://schemas.microsoft.com/office/powerpoint/2010/main" val="282957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el Links mit Zwei Inhalten">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4D6AC36A-1B6D-BE4B-8586-1EE68E6D00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3" y="-6583"/>
            <a:ext cx="7772400" cy="2430485"/>
          </a:xfrm>
          <a:prstGeom prst="rect">
            <a:avLst/>
          </a:prstGeom>
        </p:spPr>
      </p:pic>
      <p:pic>
        <p:nvPicPr>
          <p:cNvPr id="9" name="Grafik 8">
            <a:extLst>
              <a:ext uri="{FF2B5EF4-FFF2-40B4-BE49-F238E27FC236}">
                <a16:creationId xmlns:a16="http://schemas.microsoft.com/office/drawing/2014/main" id="{E7703715-4AFD-FA47-A868-2B07A6257D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99907" y="296206"/>
            <a:ext cx="432000" cy="432000"/>
          </a:xfrm>
          <a:prstGeom prst="rect">
            <a:avLst/>
          </a:prstGeom>
        </p:spPr>
      </p:pic>
      <p:sp>
        <p:nvSpPr>
          <p:cNvPr id="2" name="Titel 1">
            <a:extLst>
              <a:ext uri="{FF2B5EF4-FFF2-40B4-BE49-F238E27FC236}">
                <a16:creationId xmlns:a16="http://schemas.microsoft.com/office/drawing/2014/main" id="{799587A9-E655-CD43-A1DC-3AE2D2B675DA}"/>
              </a:ext>
            </a:extLst>
          </p:cNvPr>
          <p:cNvSpPr>
            <a:spLocks noGrp="1"/>
          </p:cNvSpPr>
          <p:nvPr>
            <p:ph type="title"/>
          </p:nvPr>
        </p:nvSpPr>
        <p:spPr>
          <a:xfrm>
            <a:off x="411480" y="364872"/>
            <a:ext cx="3200400" cy="1325563"/>
          </a:xfrm>
        </p:spPr>
        <p:txBody>
          <a:bodyPr/>
          <a:lstStyle/>
          <a:p>
            <a:r>
              <a:rPr lang="en-US"/>
              <a:t>Click to edit Master title style</a:t>
            </a:r>
            <a:endParaRPr lang="de-DE"/>
          </a:p>
        </p:txBody>
      </p:sp>
      <p:sp>
        <p:nvSpPr>
          <p:cNvPr id="3" name="Inhaltsplatzhalter 2">
            <a:extLst>
              <a:ext uri="{FF2B5EF4-FFF2-40B4-BE49-F238E27FC236}">
                <a16:creationId xmlns:a16="http://schemas.microsoft.com/office/drawing/2014/main" id="{144CA4CD-AA7D-E044-80EC-715A1DFE0F27}"/>
              </a:ext>
            </a:extLst>
          </p:cNvPr>
          <p:cNvSpPr>
            <a:spLocks noGrp="1"/>
          </p:cNvSpPr>
          <p:nvPr>
            <p:ph idx="1"/>
          </p:nvPr>
        </p:nvSpPr>
        <p:spPr>
          <a:xfrm>
            <a:off x="4038600" y="360000"/>
            <a:ext cx="7772400" cy="55836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3" name="Inhaltsplatzhalter 2">
            <a:extLst>
              <a:ext uri="{FF2B5EF4-FFF2-40B4-BE49-F238E27FC236}">
                <a16:creationId xmlns:a16="http://schemas.microsoft.com/office/drawing/2014/main" id="{3D363255-0782-3447-82F1-923B2C32580A}"/>
              </a:ext>
            </a:extLst>
          </p:cNvPr>
          <p:cNvSpPr>
            <a:spLocks noGrp="1"/>
          </p:cNvSpPr>
          <p:nvPr>
            <p:ph idx="13"/>
          </p:nvPr>
        </p:nvSpPr>
        <p:spPr>
          <a:xfrm>
            <a:off x="381000" y="2423902"/>
            <a:ext cx="3200400" cy="3519698"/>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Fußzeilenplatzhalter 4">
            <a:extLst>
              <a:ext uri="{FF2B5EF4-FFF2-40B4-BE49-F238E27FC236}">
                <a16:creationId xmlns:a16="http://schemas.microsoft.com/office/drawing/2014/main" id="{C650B598-3439-CBA4-E83A-B0CFC09DF1A9}"/>
              </a:ext>
            </a:extLst>
          </p:cNvPr>
          <p:cNvSpPr>
            <a:spLocks noGrp="1"/>
          </p:cNvSpPr>
          <p:nvPr>
            <p:ph type="ftr" sz="quarter" idx="11"/>
          </p:nvPr>
        </p:nvSpPr>
        <p:spPr>
          <a:xfrm>
            <a:off x="4038600" y="6356350"/>
            <a:ext cx="7743600" cy="365125"/>
          </a:xfrm>
          <a:prstGeom prst="rect">
            <a:avLst/>
          </a:prstGeom>
        </p:spPr>
        <p:txBody>
          <a:bodyPr/>
          <a:lstStyle>
            <a:lvl1pPr>
              <a:defRPr/>
            </a:lvl1pPr>
          </a:lstStyle>
          <a:p>
            <a:r>
              <a:rPr lang="de-DE" err="1"/>
              <a:t>Fusszeile</a:t>
            </a:r>
            <a:r>
              <a:rPr lang="de-DE"/>
              <a:t> optional</a:t>
            </a:r>
          </a:p>
        </p:txBody>
      </p:sp>
    </p:spTree>
    <p:extLst>
      <p:ext uri="{BB962C8B-B14F-4D97-AF65-F5344CB8AC3E}">
        <p14:creationId xmlns:p14="http://schemas.microsoft.com/office/powerpoint/2010/main" val="1192141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itel Zwei Inhalte">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A862787A-47DC-7743-86E7-FDC8985844B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3" y="-6583"/>
            <a:ext cx="7772400" cy="2430485"/>
          </a:xfrm>
          <a:prstGeom prst="rect">
            <a:avLst/>
          </a:prstGeom>
        </p:spPr>
      </p:pic>
      <p:pic>
        <p:nvPicPr>
          <p:cNvPr id="10" name="Grafik 9">
            <a:extLst>
              <a:ext uri="{FF2B5EF4-FFF2-40B4-BE49-F238E27FC236}">
                <a16:creationId xmlns:a16="http://schemas.microsoft.com/office/drawing/2014/main" id="{06659FCA-13F2-8147-812D-D146FA3480F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99907" y="296206"/>
            <a:ext cx="432000" cy="432000"/>
          </a:xfrm>
          <a:prstGeom prst="rect">
            <a:avLst/>
          </a:prstGeom>
        </p:spPr>
      </p:pic>
      <p:sp>
        <p:nvSpPr>
          <p:cNvPr id="2" name="Titel 1">
            <a:extLst>
              <a:ext uri="{FF2B5EF4-FFF2-40B4-BE49-F238E27FC236}">
                <a16:creationId xmlns:a16="http://schemas.microsoft.com/office/drawing/2014/main" id="{20F90EB2-CA30-F84A-995E-FFA627DC43F5}"/>
              </a:ext>
            </a:extLst>
          </p:cNvPr>
          <p:cNvSpPr>
            <a:spLocks noGrp="1"/>
          </p:cNvSpPr>
          <p:nvPr>
            <p:ph type="title"/>
          </p:nvPr>
        </p:nvSpPr>
        <p:spPr>
          <a:xfrm>
            <a:off x="409799" y="365125"/>
            <a:ext cx="11372401" cy="1325563"/>
          </a:xfrm>
        </p:spPr>
        <p:txBody>
          <a:bodyPr/>
          <a:lstStyle/>
          <a:p>
            <a:r>
              <a:rPr lang="en-US"/>
              <a:t>Click to edit Master title style</a:t>
            </a:r>
            <a:endParaRPr lang="de-DE"/>
          </a:p>
        </p:txBody>
      </p:sp>
      <p:sp>
        <p:nvSpPr>
          <p:cNvPr id="3" name="Inhaltsplatzhalter 2">
            <a:extLst>
              <a:ext uri="{FF2B5EF4-FFF2-40B4-BE49-F238E27FC236}">
                <a16:creationId xmlns:a16="http://schemas.microsoft.com/office/drawing/2014/main" id="{50A6BA94-79EF-8C4B-BEAA-940B29A332DA}"/>
              </a:ext>
            </a:extLst>
          </p:cNvPr>
          <p:cNvSpPr>
            <a:spLocks noGrp="1"/>
          </p:cNvSpPr>
          <p:nvPr>
            <p:ph sz="half" idx="1"/>
          </p:nvPr>
        </p:nvSpPr>
        <p:spPr>
          <a:xfrm>
            <a:off x="409800" y="1825625"/>
            <a:ext cx="5580000"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Inhaltsplatzhalter 3">
            <a:extLst>
              <a:ext uri="{FF2B5EF4-FFF2-40B4-BE49-F238E27FC236}">
                <a16:creationId xmlns:a16="http://schemas.microsoft.com/office/drawing/2014/main" id="{5A4C96A9-CCF2-B348-8CF4-0C7871FAF8D0}"/>
              </a:ext>
            </a:extLst>
          </p:cNvPr>
          <p:cNvSpPr>
            <a:spLocks noGrp="1"/>
          </p:cNvSpPr>
          <p:nvPr>
            <p:ph sz="half" idx="2"/>
          </p:nvPr>
        </p:nvSpPr>
        <p:spPr>
          <a:xfrm>
            <a:off x="6202200" y="1825625"/>
            <a:ext cx="55800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Fußzeilenplatzhalter 4">
            <a:extLst>
              <a:ext uri="{FF2B5EF4-FFF2-40B4-BE49-F238E27FC236}">
                <a16:creationId xmlns:a16="http://schemas.microsoft.com/office/drawing/2014/main" id="{C2FBF189-496A-F218-1A96-B13FBDA1E630}"/>
              </a:ext>
            </a:extLst>
          </p:cNvPr>
          <p:cNvSpPr>
            <a:spLocks noGrp="1"/>
          </p:cNvSpPr>
          <p:nvPr>
            <p:ph type="ftr" sz="quarter" idx="11"/>
          </p:nvPr>
        </p:nvSpPr>
        <p:spPr>
          <a:xfrm>
            <a:off x="4038600" y="6356350"/>
            <a:ext cx="7743600" cy="365125"/>
          </a:xfrm>
          <a:prstGeom prst="rect">
            <a:avLst/>
          </a:prstGeom>
        </p:spPr>
        <p:txBody>
          <a:bodyPr/>
          <a:lstStyle>
            <a:lvl1pPr>
              <a:defRPr/>
            </a:lvl1pPr>
          </a:lstStyle>
          <a:p>
            <a:r>
              <a:rPr lang="de-DE" err="1"/>
              <a:t>Fusszeile</a:t>
            </a:r>
            <a:r>
              <a:rPr lang="de-DE"/>
              <a:t> optional</a:t>
            </a:r>
          </a:p>
        </p:txBody>
      </p:sp>
    </p:spTree>
    <p:extLst>
      <p:ext uri="{BB962C8B-B14F-4D97-AF65-F5344CB8AC3E}">
        <p14:creationId xmlns:p14="http://schemas.microsoft.com/office/powerpoint/2010/main" val="174360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Drei Inhalte">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A862787A-47DC-7743-86E7-FDC8985844B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3" y="-6583"/>
            <a:ext cx="7772400" cy="2430485"/>
          </a:xfrm>
          <a:prstGeom prst="rect">
            <a:avLst/>
          </a:prstGeom>
        </p:spPr>
      </p:pic>
      <p:pic>
        <p:nvPicPr>
          <p:cNvPr id="10" name="Grafik 9">
            <a:extLst>
              <a:ext uri="{FF2B5EF4-FFF2-40B4-BE49-F238E27FC236}">
                <a16:creationId xmlns:a16="http://schemas.microsoft.com/office/drawing/2014/main" id="{06659FCA-13F2-8147-812D-D146FA3480F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99907" y="296206"/>
            <a:ext cx="432000" cy="432000"/>
          </a:xfrm>
          <a:prstGeom prst="rect">
            <a:avLst/>
          </a:prstGeom>
        </p:spPr>
      </p:pic>
      <p:sp>
        <p:nvSpPr>
          <p:cNvPr id="2" name="Titel 1">
            <a:extLst>
              <a:ext uri="{FF2B5EF4-FFF2-40B4-BE49-F238E27FC236}">
                <a16:creationId xmlns:a16="http://schemas.microsoft.com/office/drawing/2014/main" id="{20F90EB2-CA30-F84A-995E-FFA627DC43F5}"/>
              </a:ext>
            </a:extLst>
          </p:cNvPr>
          <p:cNvSpPr>
            <a:spLocks noGrp="1"/>
          </p:cNvSpPr>
          <p:nvPr>
            <p:ph type="title"/>
          </p:nvPr>
        </p:nvSpPr>
        <p:spPr>
          <a:xfrm>
            <a:off x="409799" y="365125"/>
            <a:ext cx="11372401" cy="1325563"/>
          </a:xfrm>
        </p:spPr>
        <p:txBody>
          <a:bodyPr/>
          <a:lstStyle/>
          <a:p>
            <a:r>
              <a:rPr lang="en-US"/>
              <a:t>Click to edit Master title style</a:t>
            </a:r>
            <a:endParaRPr lang="de-DE"/>
          </a:p>
        </p:txBody>
      </p:sp>
      <p:sp>
        <p:nvSpPr>
          <p:cNvPr id="3" name="Inhaltsplatzhalter 2">
            <a:extLst>
              <a:ext uri="{FF2B5EF4-FFF2-40B4-BE49-F238E27FC236}">
                <a16:creationId xmlns:a16="http://schemas.microsoft.com/office/drawing/2014/main" id="{50A6BA94-79EF-8C4B-BEAA-940B29A332DA}"/>
              </a:ext>
            </a:extLst>
          </p:cNvPr>
          <p:cNvSpPr>
            <a:spLocks noGrp="1"/>
          </p:cNvSpPr>
          <p:nvPr>
            <p:ph sz="half" idx="1"/>
          </p:nvPr>
        </p:nvSpPr>
        <p:spPr>
          <a:xfrm>
            <a:off x="409800" y="1825625"/>
            <a:ext cx="3420000"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5" name="Inhaltsplatzhalter 2">
            <a:extLst>
              <a:ext uri="{FF2B5EF4-FFF2-40B4-BE49-F238E27FC236}">
                <a16:creationId xmlns:a16="http://schemas.microsoft.com/office/drawing/2014/main" id="{C56F8EEE-02EE-4247-9FCF-306711B2F41B}"/>
              </a:ext>
            </a:extLst>
          </p:cNvPr>
          <p:cNvSpPr>
            <a:spLocks noGrp="1"/>
          </p:cNvSpPr>
          <p:nvPr>
            <p:ph sz="half" idx="13"/>
          </p:nvPr>
        </p:nvSpPr>
        <p:spPr>
          <a:xfrm>
            <a:off x="4385999" y="1825625"/>
            <a:ext cx="3420000"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6" name="Inhaltsplatzhalter 2">
            <a:extLst>
              <a:ext uri="{FF2B5EF4-FFF2-40B4-BE49-F238E27FC236}">
                <a16:creationId xmlns:a16="http://schemas.microsoft.com/office/drawing/2014/main" id="{FCB9E9D1-666B-184A-9405-F6166BEF6D6A}"/>
              </a:ext>
            </a:extLst>
          </p:cNvPr>
          <p:cNvSpPr>
            <a:spLocks noGrp="1"/>
          </p:cNvSpPr>
          <p:nvPr>
            <p:ph sz="half" idx="14"/>
          </p:nvPr>
        </p:nvSpPr>
        <p:spPr>
          <a:xfrm>
            <a:off x="8362198" y="1825625"/>
            <a:ext cx="3420000"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Fußzeilenplatzhalter 4">
            <a:extLst>
              <a:ext uri="{FF2B5EF4-FFF2-40B4-BE49-F238E27FC236}">
                <a16:creationId xmlns:a16="http://schemas.microsoft.com/office/drawing/2014/main" id="{02210289-458D-BB7E-36EE-6329DF241FCB}"/>
              </a:ext>
            </a:extLst>
          </p:cNvPr>
          <p:cNvSpPr>
            <a:spLocks noGrp="1"/>
          </p:cNvSpPr>
          <p:nvPr>
            <p:ph type="ftr" sz="quarter" idx="11"/>
          </p:nvPr>
        </p:nvSpPr>
        <p:spPr>
          <a:xfrm>
            <a:off x="4038600" y="6356350"/>
            <a:ext cx="7743600" cy="365125"/>
          </a:xfrm>
          <a:prstGeom prst="rect">
            <a:avLst/>
          </a:prstGeom>
        </p:spPr>
        <p:txBody>
          <a:bodyPr/>
          <a:lstStyle>
            <a:lvl1pPr>
              <a:defRPr/>
            </a:lvl1pPr>
          </a:lstStyle>
          <a:p>
            <a:r>
              <a:rPr lang="de-DE" err="1"/>
              <a:t>Fusszeile</a:t>
            </a:r>
            <a:r>
              <a:rPr lang="de-DE"/>
              <a:t> optional</a:t>
            </a:r>
          </a:p>
        </p:txBody>
      </p:sp>
    </p:spTree>
    <p:extLst>
      <p:ext uri="{BB962C8B-B14F-4D97-AF65-F5344CB8AC3E}">
        <p14:creationId xmlns:p14="http://schemas.microsoft.com/office/powerpoint/2010/main" val="124791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8E6E9015-3AE7-C94C-96AE-9D3B1B085C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3" y="-6583"/>
            <a:ext cx="7772400" cy="2430485"/>
          </a:xfrm>
          <a:prstGeom prst="rect">
            <a:avLst/>
          </a:prstGeom>
        </p:spPr>
      </p:pic>
      <p:pic>
        <p:nvPicPr>
          <p:cNvPr id="15" name="Grafik 14">
            <a:extLst>
              <a:ext uri="{FF2B5EF4-FFF2-40B4-BE49-F238E27FC236}">
                <a16:creationId xmlns:a16="http://schemas.microsoft.com/office/drawing/2014/main" id="{55E6F526-C27F-8446-937E-FFEC1AA7013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99907" y="296206"/>
            <a:ext cx="432000" cy="432000"/>
          </a:xfrm>
          <a:prstGeom prst="rect">
            <a:avLst/>
          </a:prstGeom>
        </p:spPr>
      </p:pic>
      <p:sp>
        <p:nvSpPr>
          <p:cNvPr id="2" name="Titel 1">
            <a:extLst>
              <a:ext uri="{FF2B5EF4-FFF2-40B4-BE49-F238E27FC236}">
                <a16:creationId xmlns:a16="http://schemas.microsoft.com/office/drawing/2014/main" id="{608E5864-1201-714E-ADA2-FA32E9648096}"/>
              </a:ext>
            </a:extLst>
          </p:cNvPr>
          <p:cNvSpPr>
            <a:spLocks noGrp="1"/>
          </p:cNvSpPr>
          <p:nvPr>
            <p:ph type="title"/>
          </p:nvPr>
        </p:nvSpPr>
        <p:spPr>
          <a:xfrm>
            <a:off x="409800" y="365125"/>
            <a:ext cx="11372400" cy="1149351"/>
          </a:xfrm>
        </p:spPr>
        <p:txBody>
          <a:bodyPr/>
          <a:lstStyle/>
          <a:p>
            <a:r>
              <a:rPr lang="en-US"/>
              <a:t>Click to edit Master title style</a:t>
            </a:r>
            <a:endParaRPr lang="de-DE"/>
          </a:p>
        </p:txBody>
      </p:sp>
      <p:sp>
        <p:nvSpPr>
          <p:cNvPr id="3" name="Textplatzhalter 2">
            <a:extLst>
              <a:ext uri="{FF2B5EF4-FFF2-40B4-BE49-F238E27FC236}">
                <a16:creationId xmlns:a16="http://schemas.microsoft.com/office/drawing/2014/main" id="{122067E9-66A4-7146-A401-EFD25190C23E}"/>
              </a:ext>
            </a:extLst>
          </p:cNvPr>
          <p:cNvSpPr>
            <a:spLocks noGrp="1"/>
          </p:cNvSpPr>
          <p:nvPr>
            <p:ph type="body" idx="1"/>
          </p:nvPr>
        </p:nvSpPr>
        <p:spPr>
          <a:xfrm>
            <a:off x="409799" y="1681163"/>
            <a:ext cx="5580000" cy="823912"/>
          </a:xfrm>
        </p:spPr>
        <p:txBody>
          <a:bodyPr anchor="ctr" anchorCtr="0">
            <a:normAutofit/>
          </a:bodyPr>
          <a:lstStyle>
            <a:lvl1pPr marL="0" indent="0">
              <a:buNone/>
              <a:defRPr sz="22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Inhaltsplatzhalter 3">
            <a:extLst>
              <a:ext uri="{FF2B5EF4-FFF2-40B4-BE49-F238E27FC236}">
                <a16:creationId xmlns:a16="http://schemas.microsoft.com/office/drawing/2014/main" id="{2B587F7D-22B4-EB45-81F9-EA8ADFF1436A}"/>
              </a:ext>
            </a:extLst>
          </p:cNvPr>
          <p:cNvSpPr>
            <a:spLocks noGrp="1"/>
          </p:cNvSpPr>
          <p:nvPr>
            <p:ph sz="half" idx="2"/>
          </p:nvPr>
        </p:nvSpPr>
        <p:spPr>
          <a:xfrm>
            <a:off x="409799" y="2505075"/>
            <a:ext cx="5580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platzhalter 4">
            <a:extLst>
              <a:ext uri="{FF2B5EF4-FFF2-40B4-BE49-F238E27FC236}">
                <a16:creationId xmlns:a16="http://schemas.microsoft.com/office/drawing/2014/main" id="{1D67E6F2-D9AE-AA46-88D6-61A3F9196350}"/>
              </a:ext>
            </a:extLst>
          </p:cNvPr>
          <p:cNvSpPr>
            <a:spLocks noGrp="1"/>
          </p:cNvSpPr>
          <p:nvPr>
            <p:ph type="body" sz="quarter" idx="3"/>
          </p:nvPr>
        </p:nvSpPr>
        <p:spPr>
          <a:xfrm>
            <a:off x="6202200" y="1681163"/>
            <a:ext cx="5580000" cy="823912"/>
          </a:xfrm>
        </p:spPr>
        <p:txBody>
          <a:bodyPr anchor="ctr" anchorCtr="0">
            <a:normAutofit/>
          </a:bodyPr>
          <a:lstStyle>
            <a:lvl1pPr marL="0" indent="0">
              <a:buNone/>
              <a:defRPr sz="22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Inhaltsplatzhalter 5">
            <a:extLst>
              <a:ext uri="{FF2B5EF4-FFF2-40B4-BE49-F238E27FC236}">
                <a16:creationId xmlns:a16="http://schemas.microsoft.com/office/drawing/2014/main" id="{E1799884-B35D-794F-B7A2-2E2E31C16053}"/>
              </a:ext>
            </a:extLst>
          </p:cNvPr>
          <p:cNvSpPr>
            <a:spLocks noGrp="1"/>
          </p:cNvSpPr>
          <p:nvPr>
            <p:ph sz="quarter" idx="4"/>
          </p:nvPr>
        </p:nvSpPr>
        <p:spPr>
          <a:xfrm>
            <a:off x="6202200" y="2505075"/>
            <a:ext cx="5580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Fußzeilenplatzhalter 4">
            <a:extLst>
              <a:ext uri="{FF2B5EF4-FFF2-40B4-BE49-F238E27FC236}">
                <a16:creationId xmlns:a16="http://schemas.microsoft.com/office/drawing/2014/main" id="{73DF098E-7C07-617A-C800-9ABAE6D03190}"/>
              </a:ext>
            </a:extLst>
          </p:cNvPr>
          <p:cNvSpPr>
            <a:spLocks noGrp="1"/>
          </p:cNvSpPr>
          <p:nvPr>
            <p:ph type="ftr" sz="quarter" idx="11"/>
          </p:nvPr>
        </p:nvSpPr>
        <p:spPr>
          <a:xfrm>
            <a:off x="4038600" y="6356350"/>
            <a:ext cx="7743600" cy="365125"/>
          </a:xfrm>
          <a:prstGeom prst="rect">
            <a:avLst/>
          </a:prstGeom>
        </p:spPr>
        <p:txBody>
          <a:bodyPr/>
          <a:lstStyle>
            <a:lvl1pPr>
              <a:defRPr/>
            </a:lvl1pPr>
          </a:lstStyle>
          <a:p>
            <a:r>
              <a:rPr lang="de-DE" err="1"/>
              <a:t>Fusszeile</a:t>
            </a:r>
            <a:r>
              <a:rPr lang="de-DE"/>
              <a:t> optional</a:t>
            </a:r>
          </a:p>
        </p:txBody>
      </p:sp>
    </p:spTree>
    <p:extLst>
      <p:ext uri="{BB962C8B-B14F-4D97-AF65-F5344CB8AC3E}">
        <p14:creationId xmlns:p14="http://schemas.microsoft.com/office/powerpoint/2010/main" val="4130694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hne Inhalt">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55364C2B-78A0-EF48-9423-4458CE03D9F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23563" y="-6583"/>
            <a:ext cx="7772400" cy="2430485"/>
          </a:xfrm>
          <a:prstGeom prst="rect">
            <a:avLst/>
          </a:prstGeom>
        </p:spPr>
      </p:pic>
      <p:pic>
        <p:nvPicPr>
          <p:cNvPr id="7" name="Grafik 6">
            <a:extLst>
              <a:ext uri="{FF2B5EF4-FFF2-40B4-BE49-F238E27FC236}">
                <a16:creationId xmlns:a16="http://schemas.microsoft.com/office/drawing/2014/main" id="{4CD0575A-6CED-3848-9175-4247F2B3FCE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99907" y="296206"/>
            <a:ext cx="432000" cy="432000"/>
          </a:xfrm>
          <a:prstGeom prst="rect">
            <a:avLst/>
          </a:prstGeom>
        </p:spPr>
      </p:pic>
      <p:sp>
        <p:nvSpPr>
          <p:cNvPr id="2" name="Fußzeilenplatzhalter 4">
            <a:extLst>
              <a:ext uri="{FF2B5EF4-FFF2-40B4-BE49-F238E27FC236}">
                <a16:creationId xmlns:a16="http://schemas.microsoft.com/office/drawing/2014/main" id="{E1B32BC7-98D1-B334-1F32-C3C5714A1361}"/>
              </a:ext>
            </a:extLst>
          </p:cNvPr>
          <p:cNvSpPr>
            <a:spLocks noGrp="1"/>
          </p:cNvSpPr>
          <p:nvPr>
            <p:ph type="ftr" sz="quarter" idx="11"/>
          </p:nvPr>
        </p:nvSpPr>
        <p:spPr>
          <a:xfrm>
            <a:off x="4038600" y="6350254"/>
            <a:ext cx="7743600" cy="365125"/>
          </a:xfrm>
          <a:prstGeom prst="rect">
            <a:avLst/>
          </a:prstGeom>
        </p:spPr>
        <p:txBody>
          <a:bodyPr/>
          <a:lstStyle>
            <a:lvl1pPr>
              <a:defRPr/>
            </a:lvl1pPr>
          </a:lstStyle>
          <a:p>
            <a:r>
              <a:rPr lang="de-DE" err="1"/>
              <a:t>Fusszeile</a:t>
            </a:r>
            <a:r>
              <a:rPr lang="de-DE"/>
              <a:t> optional</a:t>
            </a:r>
          </a:p>
        </p:txBody>
      </p:sp>
    </p:spTree>
    <p:extLst>
      <p:ext uri="{BB962C8B-B14F-4D97-AF65-F5344CB8AC3E}">
        <p14:creationId xmlns:p14="http://schemas.microsoft.com/office/powerpoint/2010/main" val="3679291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2663A13-86AC-F148-AC42-0985926A10FB}"/>
              </a:ext>
            </a:extLst>
          </p:cNvPr>
          <p:cNvSpPr>
            <a:spLocks noGrp="1"/>
          </p:cNvSpPr>
          <p:nvPr>
            <p:ph type="title"/>
          </p:nvPr>
        </p:nvSpPr>
        <p:spPr>
          <a:xfrm>
            <a:off x="232145" y="320676"/>
            <a:ext cx="11727710" cy="721316"/>
          </a:xfrm>
          <a:prstGeom prst="rect">
            <a:avLst/>
          </a:prstGeom>
        </p:spPr>
        <p:txBody>
          <a:bodyPr vert="horz" lIns="91440" tIns="45720" rIns="91440" bIns="45720" rtlCol="0" anchor="t" anchorCtr="0">
            <a:normAutofit/>
          </a:bodyPr>
          <a:lstStyle/>
          <a:p>
            <a:r>
              <a:rPr lang="de-DE"/>
              <a:t>Mastertitelformat bearbeiten</a:t>
            </a:r>
          </a:p>
        </p:txBody>
      </p:sp>
      <p:sp>
        <p:nvSpPr>
          <p:cNvPr id="3" name="Textplatzhalter 2">
            <a:extLst>
              <a:ext uri="{FF2B5EF4-FFF2-40B4-BE49-F238E27FC236}">
                <a16:creationId xmlns:a16="http://schemas.microsoft.com/office/drawing/2014/main" id="{32141CD2-AF9C-7345-BEB1-1E5998715D64}"/>
              </a:ext>
            </a:extLst>
          </p:cNvPr>
          <p:cNvSpPr>
            <a:spLocks noGrp="1"/>
          </p:cNvSpPr>
          <p:nvPr>
            <p:ph type="body" idx="1"/>
          </p:nvPr>
        </p:nvSpPr>
        <p:spPr>
          <a:xfrm>
            <a:off x="232145" y="1318437"/>
            <a:ext cx="11727710" cy="485852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23440724-8BE7-CC45-8E3F-4502690B2A1E}"/>
              </a:ext>
            </a:extLst>
          </p:cNvPr>
          <p:cNvSpPr>
            <a:spLocks noGrp="1"/>
          </p:cNvSpPr>
          <p:nvPr>
            <p:ph type="ftr" sz="quarter" idx="3"/>
          </p:nvPr>
        </p:nvSpPr>
        <p:spPr>
          <a:xfrm>
            <a:off x="4038599" y="6356350"/>
            <a:ext cx="792125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err="1"/>
              <a:t>Fusszeile</a:t>
            </a:r>
            <a:r>
              <a:rPr lang="de-DE"/>
              <a:t> optional</a:t>
            </a:r>
          </a:p>
        </p:txBody>
      </p:sp>
      <p:sp>
        <p:nvSpPr>
          <p:cNvPr id="11" name="Datumsplatzhalter 4">
            <a:extLst>
              <a:ext uri="{FF2B5EF4-FFF2-40B4-BE49-F238E27FC236}">
                <a16:creationId xmlns:a16="http://schemas.microsoft.com/office/drawing/2014/main" id="{45712EFF-5AF8-F575-2809-D8D5B08C1EC4}"/>
              </a:ext>
            </a:extLst>
          </p:cNvPr>
          <p:cNvSpPr>
            <a:spLocks noGrp="1"/>
          </p:cNvSpPr>
          <p:nvPr>
            <p:ph type="dt" sz="half" idx="2"/>
          </p:nvPr>
        </p:nvSpPr>
        <p:spPr>
          <a:xfrm>
            <a:off x="409800" y="6356350"/>
            <a:ext cx="2743200" cy="365125"/>
          </a:xfrm>
          <a:prstGeom prst="rect">
            <a:avLst/>
          </a:prstGeom>
        </p:spPr>
        <p:txBody>
          <a:bodyPr vert="horz" lIns="91440" tIns="45720" rIns="91440" bIns="45720" rtlCol="0" anchor="ctr"/>
          <a:lstStyle>
            <a:lvl1pPr algn="l">
              <a:defRPr lang="de-CH" sz="1200" smtClean="0">
                <a:solidFill>
                  <a:schemeClr val="tx1">
                    <a:tint val="75000"/>
                  </a:schemeClr>
                </a:solidFill>
              </a:defRPr>
            </a:lvl1pPr>
          </a:lstStyle>
          <a:p>
            <a:r>
              <a:rPr lang="de-CH"/>
              <a:t>Sonntag, 6. April 1924</a:t>
            </a:r>
          </a:p>
        </p:txBody>
      </p:sp>
    </p:spTree>
    <p:extLst>
      <p:ext uri="{BB962C8B-B14F-4D97-AF65-F5344CB8AC3E}">
        <p14:creationId xmlns:p14="http://schemas.microsoft.com/office/powerpoint/2010/main" val="3573155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8" r:id="rId3"/>
    <p:sldLayoutId id="2147483654" r:id="rId4"/>
    <p:sldLayoutId id="2147483657" r:id="rId5"/>
    <p:sldLayoutId id="2147483652" r:id="rId6"/>
    <p:sldLayoutId id="2147483656" r:id="rId7"/>
    <p:sldLayoutId id="2147483653" r:id="rId8"/>
    <p:sldLayoutId id="2147483655" r:id="rId9"/>
  </p:sldLayoutIdLst>
  <p:hf sldNum="0" hdr="0"/>
  <p:txStyles>
    <p:titleStyle>
      <a:lvl1pPr algn="l" defTabSz="914400" rtl="0" eaLnBrk="1" latinLnBrk="0" hangingPunct="1">
        <a:lnSpc>
          <a:spcPct val="90000"/>
        </a:lnSpc>
        <a:spcBef>
          <a:spcPct val="0"/>
        </a:spcBef>
        <a:buNone/>
        <a:defRPr sz="3400" b="1" i="0" kern="1200" baseline="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baseline="0">
          <a:solidFill>
            <a:schemeClr val="tx1"/>
          </a:solidFill>
          <a:latin typeface="+mn-lt"/>
          <a:ea typeface="+mn-ea"/>
          <a:cs typeface="+mn-cs"/>
        </a:defRPr>
      </a:lvl1pPr>
      <a:lvl2pPr marL="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mn-lt"/>
          <a:ea typeface="+mn-ea"/>
          <a:cs typeface="+mn-cs"/>
        </a:defRPr>
      </a:lvl2pPr>
      <a:lvl3pPr marL="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tx1"/>
          </a:solidFill>
          <a:latin typeface="+mn-lt"/>
          <a:ea typeface="+mn-ea"/>
          <a:cs typeface="+mn-cs"/>
        </a:defRPr>
      </a:lvl3pPr>
      <a:lvl4pPr marL="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solidFill>
          <a:latin typeface="+mn-lt"/>
          <a:ea typeface="+mn-ea"/>
          <a:cs typeface="+mn-cs"/>
        </a:defRPr>
      </a:lvl4pPr>
      <a:lvl5pPr marL="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0.jpe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8.jpeg"/><Relationship Id="rId11" Type="http://schemas.openxmlformats.org/officeDocument/2006/relationships/image" Target="../media/image23.jpeg"/><Relationship Id="rId5" Type="http://schemas.openxmlformats.org/officeDocument/2006/relationships/image" Target="../media/image17.jpe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jpeg"/></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7.jpeg"/><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2.jpeg"/></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2.jpeg"/></Relationships>
</file>

<file path=ppt/slides/_rels/slide1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2B0BA9-84A2-1F48-94FF-88D87F7A25A2}"/>
              </a:ext>
            </a:extLst>
          </p:cNvPr>
          <p:cNvSpPr>
            <a:spLocks noGrp="1"/>
          </p:cNvSpPr>
          <p:nvPr>
            <p:ph type="title"/>
          </p:nvPr>
        </p:nvSpPr>
        <p:spPr>
          <a:xfrm>
            <a:off x="221974" y="360000"/>
            <a:ext cx="9741010" cy="1325563"/>
          </a:xfrm>
        </p:spPr>
        <p:txBody>
          <a:bodyPr>
            <a:normAutofit/>
          </a:bodyPr>
          <a:lstStyle/>
          <a:p>
            <a:r>
              <a:rPr lang="de-CH"/>
              <a:t>Woher kommen die in der Schweiz erlegten </a:t>
            </a:r>
            <a:br>
              <a:rPr lang="de-CH"/>
            </a:br>
            <a:r>
              <a:rPr lang="de-CH"/>
              <a:t>Waldschnepfen?</a:t>
            </a:r>
            <a:endParaRPr lang="de-DE"/>
          </a:p>
        </p:txBody>
      </p:sp>
      <p:pic>
        <p:nvPicPr>
          <p:cNvPr id="4098" name="Picture 2" descr="vogelwarte.ch - Eurasian Woodcock">
            <a:extLst>
              <a:ext uri="{FF2B5EF4-FFF2-40B4-BE49-F238E27FC236}">
                <a16:creationId xmlns:a16="http://schemas.microsoft.com/office/drawing/2014/main" id="{C30F97BF-9005-E7BE-0DD0-7930B4459F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3200" y="1768833"/>
            <a:ext cx="6394139" cy="4795604"/>
          </a:xfrm>
          <a:prstGeom prst="rect">
            <a:avLst/>
          </a:prstGeom>
          <a:noFill/>
          <a:extLst>
            <a:ext uri="{909E8E84-426E-40DD-AFC4-6F175D3DCCD1}">
              <a14:hiddenFill xmlns:a14="http://schemas.microsoft.com/office/drawing/2010/main">
                <a:solidFill>
                  <a:srgbClr val="FFFFFF"/>
                </a:solidFill>
              </a14:hiddenFill>
            </a:ext>
          </a:extLst>
        </p:spPr>
      </p:pic>
      <p:sp>
        <p:nvSpPr>
          <p:cNvPr id="3" name="Titel 2">
            <a:extLst>
              <a:ext uri="{FF2B5EF4-FFF2-40B4-BE49-F238E27FC236}">
                <a16:creationId xmlns:a16="http://schemas.microsoft.com/office/drawing/2014/main" id="{F83CDEB1-10F7-11EC-45B1-A75CB3AD4D15}"/>
              </a:ext>
            </a:extLst>
          </p:cNvPr>
          <p:cNvSpPr txBox="1">
            <a:spLocks/>
          </p:cNvSpPr>
          <p:nvPr/>
        </p:nvSpPr>
        <p:spPr>
          <a:xfrm>
            <a:off x="260755" y="4823925"/>
            <a:ext cx="5835245" cy="1219887"/>
          </a:xfrm>
          <a:prstGeom prst="rect">
            <a:avLst/>
          </a:prstGeom>
        </p:spPr>
        <p:txBody>
          <a:bodyPr vert="horz" lIns="91440" tIns="45720" rIns="91440" bIns="45720" rtlCol="0" anchor="ctr" anchorCtr="0">
            <a:noAutofit/>
          </a:bodyPr>
          <a:lstStyle>
            <a:lvl1pPr algn="l" defTabSz="914400" rtl="0" eaLnBrk="1" latinLnBrk="0" hangingPunct="1">
              <a:lnSpc>
                <a:spcPct val="90000"/>
              </a:lnSpc>
              <a:spcBef>
                <a:spcPct val="0"/>
              </a:spcBef>
              <a:buNone/>
              <a:defRPr sz="6000" b="1" i="0" kern="1200" baseline="0">
                <a:solidFill>
                  <a:schemeClr val="tx1"/>
                </a:solidFill>
                <a:latin typeface="+mn-lt"/>
                <a:ea typeface="+mj-ea"/>
                <a:cs typeface="+mj-cs"/>
              </a:defRPr>
            </a:lvl1pPr>
          </a:lstStyle>
          <a:p>
            <a:r>
              <a:rPr lang="de-DE" sz="2400"/>
              <a:t>Pierre Mollet</a:t>
            </a:r>
          </a:p>
          <a:p>
            <a:r>
              <a:rPr lang="de-DE" sz="2400"/>
              <a:t>Steffen Oppel</a:t>
            </a:r>
          </a:p>
          <a:p>
            <a:r>
              <a:rPr lang="de-DE" sz="2400"/>
              <a:t>Martin Grüebler</a:t>
            </a:r>
          </a:p>
          <a:p>
            <a:r>
              <a:rPr lang="de-DE" sz="2400"/>
              <a:t>Gilberto Pasinelli</a:t>
            </a:r>
          </a:p>
        </p:txBody>
      </p:sp>
    </p:spTree>
    <p:extLst>
      <p:ext uri="{BB962C8B-B14F-4D97-AF65-F5344CB8AC3E}">
        <p14:creationId xmlns:p14="http://schemas.microsoft.com/office/powerpoint/2010/main" val="2433069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077C-6234-82E1-949C-80ED2D072C8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21A366D-43CB-5D8B-4145-E35DE7D6A6CF}"/>
              </a:ext>
            </a:extLst>
          </p:cNvPr>
          <p:cNvSpPr>
            <a:spLocks noGrp="1"/>
          </p:cNvSpPr>
          <p:nvPr>
            <p:ph type="title"/>
          </p:nvPr>
        </p:nvSpPr>
        <p:spPr>
          <a:xfrm>
            <a:off x="221974" y="360000"/>
            <a:ext cx="9741010" cy="1325563"/>
          </a:xfrm>
        </p:spPr>
        <p:txBody>
          <a:bodyPr>
            <a:normAutofit/>
          </a:bodyPr>
          <a:lstStyle/>
          <a:p>
            <a:r>
              <a:rPr lang="de-DE"/>
              <a:t>Verbreitung der Waldschnepfe in Europa</a:t>
            </a:r>
          </a:p>
        </p:txBody>
      </p:sp>
      <p:sp>
        <p:nvSpPr>
          <p:cNvPr id="3" name="Inhaltsplatzhalter 2">
            <a:extLst>
              <a:ext uri="{FF2B5EF4-FFF2-40B4-BE49-F238E27FC236}">
                <a16:creationId xmlns:a16="http://schemas.microsoft.com/office/drawing/2014/main" id="{30FB126E-8B5E-66D8-E7C7-9B6B54B61377}"/>
              </a:ext>
            </a:extLst>
          </p:cNvPr>
          <p:cNvSpPr>
            <a:spLocks noGrp="1"/>
          </p:cNvSpPr>
          <p:nvPr>
            <p:ph idx="1"/>
          </p:nvPr>
        </p:nvSpPr>
        <p:spPr>
          <a:xfrm>
            <a:off x="329608" y="791851"/>
            <a:ext cx="10888649" cy="1020561"/>
          </a:xfrm>
        </p:spPr>
        <p:txBody>
          <a:bodyPr>
            <a:normAutofit/>
          </a:bodyPr>
          <a:lstStyle/>
          <a:p>
            <a:r>
              <a:rPr lang="de-CH" sz="2400"/>
              <a:t>Nordöstliche Population ziehen im Herbst nach Süd-Westen</a:t>
            </a:r>
          </a:p>
        </p:txBody>
      </p:sp>
      <p:pic>
        <p:nvPicPr>
          <p:cNvPr id="7" name="Picture 6">
            <a:extLst>
              <a:ext uri="{FF2B5EF4-FFF2-40B4-BE49-F238E27FC236}">
                <a16:creationId xmlns:a16="http://schemas.microsoft.com/office/drawing/2014/main" id="{E262BF38-1394-5B8C-107A-CFF38FAD3400}"/>
              </a:ext>
            </a:extLst>
          </p:cNvPr>
          <p:cNvPicPr>
            <a:picLocks noChangeAspect="1"/>
          </p:cNvPicPr>
          <p:nvPr/>
        </p:nvPicPr>
        <p:blipFill>
          <a:blip r:embed="rId3"/>
          <a:srcRect b="4740"/>
          <a:stretch>
            <a:fillRect/>
          </a:stretch>
        </p:blipFill>
        <p:spPr>
          <a:xfrm>
            <a:off x="589264" y="1576632"/>
            <a:ext cx="6657841" cy="4989462"/>
          </a:xfrm>
          <a:prstGeom prst="rect">
            <a:avLst/>
          </a:prstGeom>
        </p:spPr>
      </p:pic>
      <p:sp>
        <p:nvSpPr>
          <p:cNvPr id="8" name="Inhaltsplatzhalter 2">
            <a:extLst>
              <a:ext uri="{FF2B5EF4-FFF2-40B4-BE49-F238E27FC236}">
                <a16:creationId xmlns:a16="http://schemas.microsoft.com/office/drawing/2014/main" id="{0D876EEB-494A-322D-0C2B-3F453BE7E75C}"/>
              </a:ext>
            </a:extLst>
          </p:cNvPr>
          <p:cNvSpPr txBox="1">
            <a:spLocks/>
          </p:cNvSpPr>
          <p:nvPr/>
        </p:nvSpPr>
        <p:spPr>
          <a:xfrm>
            <a:off x="8219175" y="4552546"/>
            <a:ext cx="3825585" cy="1673156"/>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baseline="0">
                <a:solidFill>
                  <a:schemeClr val="tx1"/>
                </a:solidFill>
                <a:latin typeface="+mn-lt"/>
                <a:ea typeface="+mn-ea"/>
                <a:cs typeface="+mn-cs"/>
              </a:defRPr>
            </a:lvl1pPr>
            <a:lvl2pPr marL="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mn-lt"/>
                <a:ea typeface="+mn-ea"/>
                <a:cs typeface="+mn-cs"/>
              </a:defRPr>
            </a:lvl2pPr>
            <a:lvl3pPr marL="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tx1"/>
                </a:solidFill>
                <a:latin typeface="+mn-lt"/>
                <a:ea typeface="+mn-ea"/>
                <a:cs typeface="+mn-cs"/>
              </a:defRPr>
            </a:lvl3pPr>
            <a:lvl4pPr marL="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solidFill>
                <a:latin typeface="+mn-lt"/>
                <a:ea typeface="+mn-ea"/>
                <a:cs typeface="+mn-cs"/>
              </a:defRPr>
            </a:lvl4pPr>
            <a:lvl5pPr marL="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2400"/>
              <a:t>nur zur Brutzeit</a:t>
            </a:r>
          </a:p>
          <a:p>
            <a:pPr marL="0" indent="0">
              <a:buNone/>
            </a:pPr>
            <a:r>
              <a:rPr lang="de-CH" sz="2400"/>
              <a:t>ganzjährig</a:t>
            </a:r>
          </a:p>
          <a:p>
            <a:pPr marL="0" indent="0">
              <a:buNone/>
            </a:pPr>
            <a:r>
              <a:rPr lang="de-CH" sz="2400"/>
              <a:t>nur ausserhalb der Brutzeit</a:t>
            </a:r>
          </a:p>
        </p:txBody>
      </p:sp>
      <p:grpSp>
        <p:nvGrpSpPr>
          <p:cNvPr id="5" name="Group 4">
            <a:extLst>
              <a:ext uri="{FF2B5EF4-FFF2-40B4-BE49-F238E27FC236}">
                <a16:creationId xmlns:a16="http://schemas.microsoft.com/office/drawing/2014/main" id="{AE39E235-613E-1CBE-1877-7C0BEE84E838}"/>
              </a:ext>
            </a:extLst>
          </p:cNvPr>
          <p:cNvGrpSpPr/>
          <p:nvPr/>
        </p:nvGrpSpPr>
        <p:grpSpPr>
          <a:xfrm>
            <a:off x="7565713" y="1576632"/>
            <a:ext cx="5494580" cy="2519464"/>
            <a:chOff x="7565713" y="1576632"/>
            <a:chExt cx="5494580" cy="2519464"/>
          </a:xfrm>
        </p:grpSpPr>
        <p:pic>
          <p:nvPicPr>
            <p:cNvPr id="1026" name="Picture 2" descr="Eine Waldschnepfe stellt den Schwanz auf. Situation im Wald">
              <a:extLst>
                <a:ext uri="{FF2B5EF4-FFF2-40B4-BE49-F238E27FC236}">
                  <a16:creationId xmlns:a16="http://schemas.microsoft.com/office/drawing/2014/main" id="{35EA4DAD-0785-C511-1C16-B370CF9C23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5713" y="1576632"/>
              <a:ext cx="4479047" cy="2519464"/>
            </a:xfrm>
            <a:prstGeom prst="rect">
              <a:avLst/>
            </a:prstGeom>
            <a:noFill/>
            <a:extLst>
              <a:ext uri="{909E8E84-426E-40DD-AFC4-6F175D3DCCD1}">
                <a14:hiddenFill xmlns:a14="http://schemas.microsoft.com/office/drawing/2010/main">
                  <a:solidFill>
                    <a:srgbClr val="FFFFFF"/>
                  </a:solidFill>
                </a14:hiddenFill>
              </a:ext>
            </a:extLst>
          </p:spPr>
        </p:pic>
        <p:sp>
          <p:nvSpPr>
            <p:cNvPr id="4" name="Inhaltsplatzhalter 2">
              <a:extLst>
                <a:ext uri="{FF2B5EF4-FFF2-40B4-BE49-F238E27FC236}">
                  <a16:creationId xmlns:a16="http://schemas.microsoft.com/office/drawing/2014/main" id="{D1365DD7-B3D0-3C29-985E-2DAB8623C65B}"/>
                </a:ext>
              </a:extLst>
            </p:cNvPr>
            <p:cNvSpPr txBox="1">
              <a:spLocks/>
            </p:cNvSpPr>
            <p:nvPr/>
          </p:nvSpPr>
          <p:spPr>
            <a:xfrm>
              <a:off x="10639734" y="3843269"/>
              <a:ext cx="2420559" cy="252827"/>
            </a:xfrm>
            <a:prstGeom prst="rect">
              <a:avLst/>
            </a:prstGeom>
          </p:spPr>
          <p:txBody>
            <a:bodyPr vert="horz" lIns="91440" tIns="45720" rIns="91440" bIns="45720" rtlCol="0" anchor="ctr" anchorCtr="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baseline="0">
                  <a:solidFill>
                    <a:schemeClr val="tx1"/>
                  </a:solidFill>
                  <a:latin typeface="+mn-lt"/>
                  <a:ea typeface="+mn-ea"/>
                  <a:cs typeface="+mn-cs"/>
                </a:defRPr>
              </a:lvl1pPr>
              <a:lvl2pPr marL="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mn-lt"/>
                  <a:ea typeface="+mn-ea"/>
                  <a:cs typeface="+mn-cs"/>
                </a:defRPr>
              </a:lvl2pPr>
              <a:lvl3pPr marL="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tx1"/>
                  </a:solidFill>
                  <a:latin typeface="+mn-lt"/>
                  <a:ea typeface="+mn-ea"/>
                  <a:cs typeface="+mn-cs"/>
                </a:defRPr>
              </a:lvl3pPr>
              <a:lvl4pPr marL="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solidFill>
                  <a:latin typeface="+mn-lt"/>
                  <a:ea typeface="+mn-ea"/>
                  <a:cs typeface="+mn-cs"/>
                </a:defRPr>
              </a:lvl4pPr>
              <a:lvl5pPr marL="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2000">
                  <a:solidFill>
                    <a:schemeClr val="bg1">
                      <a:lumMod val="85000"/>
                    </a:schemeClr>
                  </a:solidFill>
                </a:rPr>
                <a:t>© Thorsten Pröhl</a:t>
              </a:r>
            </a:p>
          </p:txBody>
        </p:sp>
      </p:grpSp>
      <p:sp>
        <p:nvSpPr>
          <p:cNvPr id="6" name="Rectangle 5">
            <a:extLst>
              <a:ext uri="{FF2B5EF4-FFF2-40B4-BE49-F238E27FC236}">
                <a16:creationId xmlns:a16="http://schemas.microsoft.com/office/drawing/2014/main" id="{08588A73-110B-B88F-DB05-5DD097CF30A2}"/>
              </a:ext>
            </a:extLst>
          </p:cNvPr>
          <p:cNvSpPr/>
          <p:nvPr/>
        </p:nvSpPr>
        <p:spPr>
          <a:xfrm>
            <a:off x="7461115" y="4708187"/>
            <a:ext cx="739302" cy="337402"/>
          </a:xfrm>
          <a:prstGeom prst="rect">
            <a:avLst/>
          </a:prstGeom>
          <a:solidFill>
            <a:srgbClr val="F5FD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3B2F669-2D78-17B4-2544-EA0E843AADE1}"/>
              </a:ext>
            </a:extLst>
          </p:cNvPr>
          <p:cNvSpPr/>
          <p:nvPr/>
        </p:nvSpPr>
        <p:spPr>
          <a:xfrm>
            <a:off x="7461115" y="5220423"/>
            <a:ext cx="739302" cy="337402"/>
          </a:xfrm>
          <a:prstGeom prst="rect">
            <a:avLst/>
          </a:prstGeom>
          <a:solidFill>
            <a:srgbClr val="00CC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C0B42-E2E4-B8A5-2570-95A8BF48DE9D}"/>
              </a:ext>
            </a:extLst>
          </p:cNvPr>
          <p:cNvSpPr/>
          <p:nvPr/>
        </p:nvSpPr>
        <p:spPr>
          <a:xfrm>
            <a:off x="7461115" y="5728747"/>
            <a:ext cx="739302" cy="337402"/>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3488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122FB-91F0-5915-CD18-9DAD9E9E400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6F5C9E3-DAC8-4882-E8FE-C94D8E2D54F1}"/>
              </a:ext>
            </a:extLst>
          </p:cNvPr>
          <p:cNvSpPr>
            <a:spLocks noGrp="1"/>
          </p:cNvSpPr>
          <p:nvPr>
            <p:ph type="title"/>
          </p:nvPr>
        </p:nvSpPr>
        <p:spPr>
          <a:xfrm>
            <a:off x="221973" y="360000"/>
            <a:ext cx="11149411" cy="1325563"/>
          </a:xfrm>
        </p:spPr>
        <p:txBody>
          <a:bodyPr>
            <a:normAutofit/>
          </a:bodyPr>
          <a:lstStyle/>
          <a:p>
            <a:r>
              <a:rPr lang="de-DE"/>
              <a:t>Trend und Verbreitung der Waldschnepfe in der Schweiz</a:t>
            </a:r>
          </a:p>
        </p:txBody>
      </p:sp>
      <p:pic>
        <p:nvPicPr>
          <p:cNvPr id="1026" name="Picture 2">
            <a:extLst>
              <a:ext uri="{FF2B5EF4-FFF2-40B4-BE49-F238E27FC236}">
                <a16:creationId xmlns:a16="http://schemas.microsoft.com/office/drawing/2014/main" id="{4E22BA62-7BCA-3DA9-7F9C-EE408CF8F0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93" y="2899176"/>
            <a:ext cx="6343650" cy="31718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a:extLst>
              <a:ext uri="{FF2B5EF4-FFF2-40B4-BE49-F238E27FC236}">
                <a16:creationId xmlns:a16="http://schemas.microsoft.com/office/drawing/2014/main" id="{392EBB59-CDBB-72E0-801A-3C0C41DB72D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886"/>
          <a:stretch/>
        </p:blipFill>
        <p:spPr bwMode="auto">
          <a:xfrm>
            <a:off x="8201891" y="3189753"/>
            <a:ext cx="3412837" cy="255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Inhaltsplatzhalter 2">
            <a:extLst>
              <a:ext uri="{FF2B5EF4-FFF2-40B4-BE49-F238E27FC236}">
                <a16:creationId xmlns:a16="http://schemas.microsoft.com/office/drawing/2014/main" id="{99F03197-89DF-3C98-199B-3099FFB5372B}"/>
              </a:ext>
            </a:extLst>
          </p:cNvPr>
          <p:cNvSpPr>
            <a:spLocks noGrp="1"/>
          </p:cNvSpPr>
          <p:nvPr>
            <p:ph idx="1"/>
          </p:nvPr>
        </p:nvSpPr>
        <p:spPr>
          <a:xfrm>
            <a:off x="349063" y="985844"/>
            <a:ext cx="10888649" cy="1566820"/>
          </a:xfrm>
        </p:spPr>
        <p:txBody>
          <a:bodyPr>
            <a:normAutofit lnSpcReduction="10000"/>
          </a:bodyPr>
          <a:lstStyle/>
          <a:p>
            <a:r>
              <a:rPr lang="de-CH" sz="2000"/>
              <a:t>Brutpopulation 1000 – 4000 balzende Männchen</a:t>
            </a:r>
          </a:p>
          <a:p>
            <a:r>
              <a:rPr lang="de-CH" sz="2000"/>
              <a:t>Trend mehr oder weniger stabil</a:t>
            </a:r>
          </a:p>
          <a:p>
            <a:pPr marL="0" indent="0">
              <a:buNone/>
            </a:pPr>
            <a:r>
              <a:rPr lang="de-CH" sz="2000"/>
              <a:t> </a:t>
            </a:r>
          </a:p>
          <a:p>
            <a:pPr marL="0" indent="0">
              <a:buNone/>
            </a:pPr>
            <a:r>
              <a:rPr lang="de-CH" sz="2000"/>
              <a:t> </a:t>
            </a:r>
          </a:p>
        </p:txBody>
      </p:sp>
    </p:spTree>
    <p:extLst>
      <p:ext uri="{BB962C8B-B14F-4D97-AF65-F5344CB8AC3E}">
        <p14:creationId xmlns:p14="http://schemas.microsoft.com/office/powerpoint/2010/main" val="3286462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EFE50-075A-2A6D-17A1-0361B026BFB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AD5B0E3-F47D-1C9C-DBAB-7C16E79EEFD4}"/>
              </a:ext>
            </a:extLst>
          </p:cNvPr>
          <p:cNvSpPr>
            <a:spLocks noGrp="1"/>
          </p:cNvSpPr>
          <p:nvPr>
            <p:ph type="title"/>
          </p:nvPr>
        </p:nvSpPr>
        <p:spPr>
          <a:xfrm>
            <a:off x="221974" y="360000"/>
            <a:ext cx="11015738" cy="1325563"/>
          </a:xfrm>
        </p:spPr>
        <p:txBody>
          <a:bodyPr>
            <a:normAutofit/>
          </a:bodyPr>
          <a:lstStyle/>
          <a:p>
            <a:r>
              <a:rPr lang="de-DE"/>
              <a:t>Trend und Verbreitung der Waldschnepfe in der Schweiz</a:t>
            </a:r>
          </a:p>
        </p:txBody>
      </p:sp>
      <p:sp>
        <p:nvSpPr>
          <p:cNvPr id="3" name="Inhaltsplatzhalter 2">
            <a:extLst>
              <a:ext uri="{FF2B5EF4-FFF2-40B4-BE49-F238E27FC236}">
                <a16:creationId xmlns:a16="http://schemas.microsoft.com/office/drawing/2014/main" id="{FA19AA39-8784-4931-520D-DB3BE088700A}"/>
              </a:ext>
            </a:extLst>
          </p:cNvPr>
          <p:cNvSpPr>
            <a:spLocks noGrp="1"/>
          </p:cNvSpPr>
          <p:nvPr>
            <p:ph idx="1"/>
          </p:nvPr>
        </p:nvSpPr>
        <p:spPr>
          <a:xfrm>
            <a:off x="349063" y="985844"/>
            <a:ext cx="10888649" cy="1566820"/>
          </a:xfrm>
        </p:spPr>
        <p:txBody>
          <a:bodyPr>
            <a:normAutofit lnSpcReduction="10000"/>
          </a:bodyPr>
          <a:lstStyle/>
          <a:p>
            <a:r>
              <a:rPr lang="de-CH" sz="2000"/>
              <a:t>Brutpopulation 1000 – 4000 balzende Männchen</a:t>
            </a:r>
          </a:p>
          <a:p>
            <a:r>
              <a:rPr lang="de-CH" sz="2000"/>
              <a:t>Trend mehr oder weniger stabil</a:t>
            </a:r>
          </a:p>
          <a:p>
            <a:r>
              <a:rPr lang="de-CH" sz="2000"/>
              <a:t>Verbreitung: aus dem Mittelland und aus kleinem Teil des östlichen Jura verschwunden</a:t>
            </a:r>
          </a:p>
          <a:p>
            <a:r>
              <a:rPr lang="de-CH" sz="2000"/>
              <a:t>Ausdehnung der Verbreitung in den Alpen wohl nur ein Beobachtereffekt</a:t>
            </a:r>
          </a:p>
        </p:txBody>
      </p:sp>
      <p:pic>
        <p:nvPicPr>
          <p:cNvPr id="1026" name="Picture 2">
            <a:extLst>
              <a:ext uri="{FF2B5EF4-FFF2-40B4-BE49-F238E27FC236}">
                <a16:creationId xmlns:a16="http://schemas.microsoft.com/office/drawing/2014/main" id="{386C6A0F-3265-4E12-8A48-044B6C0593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93" y="2899176"/>
            <a:ext cx="6343650" cy="31718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a:extLst>
              <a:ext uri="{FF2B5EF4-FFF2-40B4-BE49-F238E27FC236}">
                <a16:creationId xmlns:a16="http://schemas.microsoft.com/office/drawing/2014/main" id="{02314DAA-A7C8-D32E-55DD-9DC0174262B7}"/>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886"/>
          <a:stretch/>
        </p:blipFill>
        <p:spPr bwMode="auto">
          <a:xfrm>
            <a:off x="8201891" y="3189753"/>
            <a:ext cx="3412837" cy="255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Grafik 4" descr="Ein Bild, das Karte, Text, Diagramm, Atlas enthält.&#10;&#10;Automatisch generierte Beschreibung">
            <a:extLst>
              <a:ext uri="{FF2B5EF4-FFF2-40B4-BE49-F238E27FC236}">
                <a16:creationId xmlns:a16="http://schemas.microsoft.com/office/drawing/2014/main" id="{1ACDF85F-616B-97CB-5187-A9FBB8F0A50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0894" y="2693340"/>
            <a:ext cx="6537784" cy="4164660"/>
          </a:xfrm>
          <a:prstGeom prst="rect">
            <a:avLst/>
          </a:prstGeom>
        </p:spPr>
      </p:pic>
    </p:spTree>
    <p:extLst>
      <p:ext uri="{BB962C8B-B14F-4D97-AF65-F5344CB8AC3E}">
        <p14:creationId xmlns:p14="http://schemas.microsoft.com/office/powerpoint/2010/main" val="4249248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3A6A8-A5D7-E148-9265-5189DC8F971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D52EE7-37FB-703E-F240-6B12AF680E64}"/>
              </a:ext>
            </a:extLst>
          </p:cNvPr>
          <p:cNvSpPr>
            <a:spLocks noGrp="1"/>
          </p:cNvSpPr>
          <p:nvPr>
            <p:ph type="title"/>
          </p:nvPr>
        </p:nvSpPr>
        <p:spPr>
          <a:xfrm>
            <a:off x="221974" y="360000"/>
            <a:ext cx="9741010" cy="1325563"/>
          </a:xfrm>
        </p:spPr>
        <p:txBody>
          <a:bodyPr>
            <a:normAutofit/>
          </a:bodyPr>
          <a:lstStyle/>
          <a:p>
            <a:r>
              <a:rPr lang="de-DE"/>
              <a:t>Waldschnepfenjagd in der Schweiz</a:t>
            </a:r>
          </a:p>
        </p:txBody>
      </p:sp>
      <p:sp>
        <p:nvSpPr>
          <p:cNvPr id="3" name="Inhaltsplatzhalter 2">
            <a:extLst>
              <a:ext uri="{FF2B5EF4-FFF2-40B4-BE49-F238E27FC236}">
                <a16:creationId xmlns:a16="http://schemas.microsoft.com/office/drawing/2014/main" id="{01D67C0E-FC71-D070-AE10-A44916F19E05}"/>
              </a:ext>
            </a:extLst>
          </p:cNvPr>
          <p:cNvSpPr>
            <a:spLocks noGrp="1"/>
          </p:cNvSpPr>
          <p:nvPr>
            <p:ph idx="1"/>
          </p:nvPr>
        </p:nvSpPr>
        <p:spPr>
          <a:xfrm>
            <a:off x="294199" y="1156384"/>
            <a:ext cx="10888649" cy="495909"/>
          </a:xfrm>
        </p:spPr>
        <p:txBody>
          <a:bodyPr>
            <a:normAutofit/>
          </a:bodyPr>
          <a:lstStyle/>
          <a:p>
            <a:r>
              <a:rPr lang="de-CH" sz="2000"/>
              <a:t>Im Durchschnitt werden pro Jahr 1820 Vögel erlegt (seit 2000)</a:t>
            </a:r>
            <a:endParaRPr lang="de-DE"/>
          </a:p>
        </p:txBody>
      </p:sp>
      <p:sp>
        <p:nvSpPr>
          <p:cNvPr id="6" name="TextBox 5">
            <a:extLst>
              <a:ext uri="{FF2B5EF4-FFF2-40B4-BE49-F238E27FC236}">
                <a16:creationId xmlns:a16="http://schemas.microsoft.com/office/drawing/2014/main" id="{F1B6D808-7772-AEB5-D468-AC8A20880646}"/>
              </a:ext>
            </a:extLst>
          </p:cNvPr>
          <p:cNvSpPr txBox="1"/>
          <p:nvPr/>
        </p:nvSpPr>
        <p:spPr>
          <a:xfrm>
            <a:off x="632219" y="1906461"/>
            <a:ext cx="4304192" cy="307777"/>
          </a:xfrm>
          <a:prstGeom prst="rect">
            <a:avLst/>
          </a:prstGeom>
          <a:solidFill>
            <a:schemeClr val="bg1"/>
          </a:solidFill>
        </p:spPr>
        <p:txBody>
          <a:bodyPr wrap="none" rtlCol="0">
            <a:spAutoFit/>
          </a:bodyPr>
          <a:lstStyle/>
          <a:p>
            <a:r>
              <a:rPr lang="de-CH" sz="1400"/>
              <a:t>Anzahl erlegter Waldschnepfen pro Jahr in der Schweiz</a:t>
            </a:r>
            <a:endParaRPr lang="en-US" sz="1400"/>
          </a:p>
        </p:txBody>
      </p:sp>
      <p:pic>
        <p:nvPicPr>
          <p:cNvPr id="7" name="Grafik 6">
            <a:extLst>
              <a:ext uri="{FF2B5EF4-FFF2-40B4-BE49-F238E27FC236}">
                <a16:creationId xmlns:a16="http://schemas.microsoft.com/office/drawing/2014/main" id="{D1C5DD47-30FD-A551-C35C-568F3D8F9617}"/>
              </a:ext>
            </a:extLst>
          </p:cNvPr>
          <p:cNvPicPr>
            <a:picLocks noChangeAspect="1"/>
          </p:cNvPicPr>
          <p:nvPr/>
        </p:nvPicPr>
        <p:blipFill>
          <a:blip r:embed="rId3"/>
          <a:stretch>
            <a:fillRect/>
          </a:stretch>
        </p:blipFill>
        <p:spPr>
          <a:xfrm>
            <a:off x="163450" y="2247510"/>
            <a:ext cx="5544627" cy="3691854"/>
          </a:xfrm>
          <a:prstGeom prst="rect">
            <a:avLst/>
          </a:prstGeom>
        </p:spPr>
      </p:pic>
      <p:grpSp>
        <p:nvGrpSpPr>
          <p:cNvPr id="17" name="Group 16">
            <a:extLst>
              <a:ext uri="{FF2B5EF4-FFF2-40B4-BE49-F238E27FC236}">
                <a16:creationId xmlns:a16="http://schemas.microsoft.com/office/drawing/2014/main" id="{22DEA321-79E4-62AA-38CC-A0206A422645}"/>
              </a:ext>
            </a:extLst>
          </p:cNvPr>
          <p:cNvGrpSpPr/>
          <p:nvPr/>
        </p:nvGrpSpPr>
        <p:grpSpPr>
          <a:xfrm>
            <a:off x="5826641" y="1911816"/>
            <a:ext cx="6297827" cy="4393732"/>
            <a:chOff x="5826641" y="1911816"/>
            <a:chExt cx="6297827" cy="4393732"/>
          </a:xfrm>
        </p:grpSpPr>
        <p:grpSp>
          <p:nvGrpSpPr>
            <p:cNvPr id="15" name="Group 14">
              <a:extLst>
                <a:ext uri="{FF2B5EF4-FFF2-40B4-BE49-F238E27FC236}">
                  <a16:creationId xmlns:a16="http://schemas.microsoft.com/office/drawing/2014/main" id="{F0637056-6D7E-2D92-0C55-079549FC4BF6}"/>
                </a:ext>
              </a:extLst>
            </p:cNvPr>
            <p:cNvGrpSpPr/>
            <p:nvPr/>
          </p:nvGrpSpPr>
          <p:grpSpPr>
            <a:xfrm>
              <a:off x="5826641" y="1911816"/>
              <a:ext cx="6297827" cy="4393732"/>
              <a:chOff x="5826641" y="1911816"/>
              <a:chExt cx="6297827" cy="4393732"/>
            </a:xfrm>
          </p:grpSpPr>
          <p:sp>
            <p:nvSpPr>
              <p:cNvPr id="8" name="TextBox 5">
                <a:extLst>
                  <a:ext uri="{FF2B5EF4-FFF2-40B4-BE49-F238E27FC236}">
                    <a16:creationId xmlns:a16="http://schemas.microsoft.com/office/drawing/2014/main" id="{94CB93A6-230D-F1D4-CEED-8F82637AB744}"/>
                  </a:ext>
                </a:extLst>
              </p:cNvPr>
              <p:cNvSpPr txBox="1"/>
              <p:nvPr/>
            </p:nvSpPr>
            <p:spPr>
              <a:xfrm>
                <a:off x="6889843" y="1911816"/>
                <a:ext cx="3967753" cy="307777"/>
              </a:xfrm>
              <a:prstGeom prst="rect">
                <a:avLst/>
              </a:prstGeom>
              <a:solidFill>
                <a:schemeClr val="bg1"/>
              </a:solidFill>
            </p:spPr>
            <p:txBody>
              <a:bodyPr wrap="none" rtlCol="0">
                <a:spAutoFit/>
              </a:bodyPr>
              <a:lstStyle/>
              <a:p>
                <a:r>
                  <a:rPr lang="de-CH" sz="1400"/>
                  <a:t>Anzahl erlegter Waldschnepfen pro Kanton (2024)</a:t>
                </a:r>
                <a:endParaRPr lang="en-US" sz="1400"/>
              </a:p>
            </p:txBody>
          </p:sp>
          <p:pic>
            <p:nvPicPr>
              <p:cNvPr id="10" name="Grafik 9">
                <a:extLst>
                  <a:ext uri="{FF2B5EF4-FFF2-40B4-BE49-F238E27FC236}">
                    <a16:creationId xmlns:a16="http://schemas.microsoft.com/office/drawing/2014/main" id="{F4E90473-8AF8-9027-F051-100054EC24F5}"/>
                  </a:ext>
                </a:extLst>
              </p:cNvPr>
              <p:cNvPicPr>
                <a:picLocks noChangeAspect="1"/>
              </p:cNvPicPr>
              <p:nvPr/>
            </p:nvPicPr>
            <p:blipFill>
              <a:blip r:embed="rId4"/>
              <a:srcRect/>
              <a:stretch/>
            </p:blipFill>
            <p:spPr>
              <a:xfrm>
                <a:off x="5826641" y="2247508"/>
                <a:ext cx="6297827" cy="4058040"/>
              </a:xfrm>
              <a:prstGeom prst="rect">
                <a:avLst/>
              </a:prstGeom>
            </p:spPr>
          </p:pic>
          <p:sp>
            <p:nvSpPr>
              <p:cNvPr id="4" name="Textfeld 3">
                <a:extLst>
                  <a:ext uri="{FF2B5EF4-FFF2-40B4-BE49-F238E27FC236}">
                    <a16:creationId xmlns:a16="http://schemas.microsoft.com/office/drawing/2014/main" id="{9D253FF5-CBD9-3ADF-40C3-BA38308A2BF9}"/>
                  </a:ext>
                </a:extLst>
              </p:cNvPr>
              <p:cNvSpPr txBox="1"/>
              <p:nvPr/>
            </p:nvSpPr>
            <p:spPr>
              <a:xfrm>
                <a:off x="9393800" y="5024582"/>
                <a:ext cx="607667" cy="307777"/>
              </a:xfrm>
              <a:prstGeom prst="rect">
                <a:avLst/>
              </a:prstGeom>
              <a:noFill/>
            </p:spPr>
            <p:txBody>
              <a:bodyPr wrap="none" rtlCol="0">
                <a:spAutoFit/>
              </a:bodyPr>
              <a:lstStyle/>
              <a:p>
                <a:r>
                  <a:rPr lang="de-CH" sz="1400" b="1"/>
                  <a:t>1864</a:t>
                </a:r>
              </a:p>
            </p:txBody>
          </p:sp>
          <p:sp>
            <p:nvSpPr>
              <p:cNvPr id="5" name="Textfeld 4">
                <a:extLst>
                  <a:ext uri="{FF2B5EF4-FFF2-40B4-BE49-F238E27FC236}">
                    <a16:creationId xmlns:a16="http://schemas.microsoft.com/office/drawing/2014/main" id="{E6F35E42-599C-8780-2EB0-0405514D2B1F}"/>
                  </a:ext>
                </a:extLst>
              </p:cNvPr>
              <p:cNvSpPr txBox="1"/>
              <p:nvPr/>
            </p:nvSpPr>
            <p:spPr>
              <a:xfrm>
                <a:off x="7932168" y="3781419"/>
                <a:ext cx="396262" cy="307777"/>
              </a:xfrm>
              <a:prstGeom prst="rect">
                <a:avLst/>
              </a:prstGeom>
              <a:noFill/>
            </p:spPr>
            <p:txBody>
              <a:bodyPr wrap="none" rtlCol="0">
                <a:spAutoFit/>
              </a:bodyPr>
              <a:lstStyle/>
              <a:p>
                <a:r>
                  <a:rPr lang="de-CH" sz="1400" b="1"/>
                  <a:t>25</a:t>
                </a:r>
              </a:p>
            </p:txBody>
          </p:sp>
          <p:sp>
            <p:nvSpPr>
              <p:cNvPr id="9" name="Textfeld 8">
                <a:extLst>
                  <a:ext uri="{FF2B5EF4-FFF2-40B4-BE49-F238E27FC236}">
                    <a16:creationId xmlns:a16="http://schemas.microsoft.com/office/drawing/2014/main" id="{23152AC4-092D-E800-B276-3D99E9705714}"/>
                  </a:ext>
                </a:extLst>
              </p:cNvPr>
              <p:cNvSpPr txBox="1"/>
              <p:nvPr/>
            </p:nvSpPr>
            <p:spPr>
              <a:xfrm>
                <a:off x="7842091" y="5419163"/>
                <a:ext cx="290464" cy="307777"/>
              </a:xfrm>
              <a:prstGeom prst="rect">
                <a:avLst/>
              </a:prstGeom>
              <a:noFill/>
            </p:spPr>
            <p:txBody>
              <a:bodyPr wrap="none" rtlCol="0">
                <a:spAutoFit/>
              </a:bodyPr>
              <a:lstStyle/>
              <a:p>
                <a:r>
                  <a:rPr lang="de-CH" sz="1400" b="1"/>
                  <a:t>4</a:t>
                </a:r>
              </a:p>
            </p:txBody>
          </p:sp>
          <p:sp>
            <p:nvSpPr>
              <p:cNvPr id="11" name="Textfeld 10">
                <a:extLst>
                  <a:ext uri="{FF2B5EF4-FFF2-40B4-BE49-F238E27FC236}">
                    <a16:creationId xmlns:a16="http://schemas.microsoft.com/office/drawing/2014/main" id="{F5609848-EBAD-2DFB-A60F-29F41871BE6A}"/>
                  </a:ext>
                </a:extLst>
              </p:cNvPr>
              <p:cNvSpPr txBox="1"/>
              <p:nvPr/>
            </p:nvSpPr>
            <p:spPr>
              <a:xfrm>
                <a:off x="6493581" y="4513999"/>
                <a:ext cx="396262" cy="307777"/>
              </a:xfrm>
              <a:prstGeom prst="rect">
                <a:avLst/>
              </a:prstGeom>
              <a:noFill/>
            </p:spPr>
            <p:txBody>
              <a:bodyPr wrap="none" rtlCol="0">
                <a:spAutoFit/>
              </a:bodyPr>
              <a:lstStyle/>
              <a:p>
                <a:r>
                  <a:rPr lang="de-CH" sz="1400" b="1"/>
                  <a:t>67</a:t>
                </a:r>
              </a:p>
            </p:txBody>
          </p:sp>
          <p:sp>
            <p:nvSpPr>
              <p:cNvPr id="12" name="Textfeld 11">
                <a:extLst>
                  <a:ext uri="{FF2B5EF4-FFF2-40B4-BE49-F238E27FC236}">
                    <a16:creationId xmlns:a16="http://schemas.microsoft.com/office/drawing/2014/main" id="{C515B0B7-99C8-80BA-3C51-8FC580EDC1F9}"/>
                  </a:ext>
                </a:extLst>
              </p:cNvPr>
              <p:cNvSpPr txBox="1"/>
              <p:nvPr/>
            </p:nvSpPr>
            <p:spPr>
              <a:xfrm>
                <a:off x="7232490" y="4424311"/>
                <a:ext cx="396262" cy="307777"/>
              </a:xfrm>
              <a:prstGeom prst="rect">
                <a:avLst/>
              </a:prstGeom>
              <a:noFill/>
            </p:spPr>
            <p:txBody>
              <a:bodyPr wrap="none" rtlCol="0">
                <a:spAutoFit/>
              </a:bodyPr>
              <a:lstStyle/>
              <a:p>
                <a:r>
                  <a:rPr lang="de-CH" sz="1400" b="1"/>
                  <a:t>63</a:t>
                </a:r>
              </a:p>
            </p:txBody>
          </p:sp>
          <p:sp>
            <p:nvSpPr>
              <p:cNvPr id="13" name="Textfeld 12">
                <a:extLst>
                  <a:ext uri="{FF2B5EF4-FFF2-40B4-BE49-F238E27FC236}">
                    <a16:creationId xmlns:a16="http://schemas.microsoft.com/office/drawing/2014/main" id="{1B2CA39F-589F-4C9B-D17C-4CA1EBE13C3C}"/>
                  </a:ext>
                </a:extLst>
              </p:cNvPr>
              <p:cNvSpPr txBox="1"/>
              <p:nvPr/>
            </p:nvSpPr>
            <p:spPr>
              <a:xfrm>
                <a:off x="6900407" y="3742749"/>
                <a:ext cx="396262" cy="307777"/>
              </a:xfrm>
              <a:prstGeom prst="rect">
                <a:avLst/>
              </a:prstGeom>
              <a:noFill/>
            </p:spPr>
            <p:txBody>
              <a:bodyPr wrap="none" rtlCol="0">
                <a:spAutoFit/>
              </a:bodyPr>
              <a:lstStyle/>
              <a:p>
                <a:r>
                  <a:rPr lang="de-CH" sz="1400" b="1"/>
                  <a:t>65</a:t>
                </a:r>
              </a:p>
            </p:txBody>
          </p:sp>
          <p:sp>
            <p:nvSpPr>
              <p:cNvPr id="14" name="Textfeld 13">
                <a:extLst>
                  <a:ext uri="{FF2B5EF4-FFF2-40B4-BE49-F238E27FC236}">
                    <a16:creationId xmlns:a16="http://schemas.microsoft.com/office/drawing/2014/main" id="{7E7FD9D3-3CBD-45B2-C6C2-86AFBC3B0AF0}"/>
                  </a:ext>
                </a:extLst>
              </p:cNvPr>
              <p:cNvSpPr txBox="1"/>
              <p:nvPr/>
            </p:nvSpPr>
            <p:spPr>
              <a:xfrm>
                <a:off x="7399649" y="3048472"/>
                <a:ext cx="396262" cy="307777"/>
              </a:xfrm>
              <a:prstGeom prst="rect">
                <a:avLst/>
              </a:prstGeom>
              <a:noFill/>
            </p:spPr>
            <p:txBody>
              <a:bodyPr wrap="none" rtlCol="0">
                <a:spAutoFit/>
              </a:bodyPr>
              <a:lstStyle/>
              <a:p>
                <a:r>
                  <a:rPr lang="de-CH" sz="1400" b="1"/>
                  <a:t>32</a:t>
                </a:r>
              </a:p>
            </p:txBody>
          </p:sp>
        </p:grpSp>
        <p:sp>
          <p:nvSpPr>
            <p:cNvPr id="16" name="Rectangle 15">
              <a:extLst>
                <a:ext uri="{FF2B5EF4-FFF2-40B4-BE49-F238E27FC236}">
                  <a16:creationId xmlns:a16="http://schemas.microsoft.com/office/drawing/2014/main" id="{E1A10BB5-CA73-9913-8030-40AC89389081}"/>
                </a:ext>
              </a:extLst>
            </p:cNvPr>
            <p:cNvSpPr/>
            <p:nvPr/>
          </p:nvSpPr>
          <p:spPr>
            <a:xfrm>
              <a:off x="5826641" y="2214238"/>
              <a:ext cx="1236371" cy="13336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grpSp>
      <p:sp>
        <p:nvSpPr>
          <p:cNvPr id="18" name="TextBox 17">
            <a:extLst>
              <a:ext uri="{FF2B5EF4-FFF2-40B4-BE49-F238E27FC236}">
                <a16:creationId xmlns:a16="http://schemas.microsoft.com/office/drawing/2014/main" id="{FD7093DC-161F-A0E7-CED7-04D6E1B2AD2E}"/>
              </a:ext>
            </a:extLst>
          </p:cNvPr>
          <p:cNvSpPr txBox="1"/>
          <p:nvPr/>
        </p:nvSpPr>
        <p:spPr>
          <a:xfrm>
            <a:off x="2807747" y="5953416"/>
            <a:ext cx="502061" cy="307777"/>
          </a:xfrm>
          <a:prstGeom prst="rect">
            <a:avLst/>
          </a:prstGeom>
          <a:solidFill>
            <a:schemeClr val="bg1"/>
          </a:solidFill>
        </p:spPr>
        <p:txBody>
          <a:bodyPr wrap="none" rtlCol="0">
            <a:spAutoFit/>
          </a:bodyPr>
          <a:lstStyle/>
          <a:p>
            <a:r>
              <a:rPr lang="de-CH" sz="1400"/>
              <a:t>Jahr</a:t>
            </a:r>
            <a:endParaRPr lang="en-US" sz="1400"/>
          </a:p>
        </p:txBody>
      </p:sp>
    </p:spTree>
    <p:extLst>
      <p:ext uri="{BB962C8B-B14F-4D97-AF65-F5344CB8AC3E}">
        <p14:creationId xmlns:p14="http://schemas.microsoft.com/office/powerpoint/2010/main" val="2639505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81517-44AF-EB58-E578-66C4CB4FDEB6}"/>
            </a:ext>
          </a:extLst>
        </p:cNvPr>
        <p:cNvGrpSpPr/>
        <p:nvPr/>
      </p:nvGrpSpPr>
      <p:grpSpPr>
        <a:xfrm>
          <a:off x="0" y="0"/>
          <a:ext cx="0" cy="0"/>
          <a:chOff x="0" y="0"/>
          <a:chExt cx="0" cy="0"/>
        </a:xfrm>
      </p:grpSpPr>
      <p:sp>
        <p:nvSpPr>
          <p:cNvPr id="6" name="Inhaltsplatzhalter 2">
            <a:extLst>
              <a:ext uri="{FF2B5EF4-FFF2-40B4-BE49-F238E27FC236}">
                <a16:creationId xmlns:a16="http://schemas.microsoft.com/office/drawing/2014/main" id="{D9998A9B-0427-73C8-1C18-F31660111F5F}"/>
              </a:ext>
            </a:extLst>
          </p:cNvPr>
          <p:cNvSpPr>
            <a:spLocks noGrp="1"/>
          </p:cNvSpPr>
          <p:nvPr>
            <p:ph idx="1"/>
          </p:nvPr>
        </p:nvSpPr>
        <p:spPr>
          <a:xfrm>
            <a:off x="294198" y="1127495"/>
            <a:ext cx="10651170" cy="1350529"/>
          </a:xfrm>
        </p:spPr>
        <p:txBody>
          <a:bodyPr>
            <a:noAutofit/>
          </a:bodyPr>
          <a:lstStyle/>
          <a:p>
            <a:r>
              <a:rPr lang="de-CH" sz="2000"/>
              <a:t>Jagdsaison vom 16. September bis 15. Dezember (Bundesebene)</a:t>
            </a:r>
          </a:p>
          <a:p>
            <a:r>
              <a:rPr lang="de-CH" sz="2000"/>
              <a:t>zusätzliche kantonale Bestimmungen schränken Zeiten und Jagdstrecke ein</a:t>
            </a:r>
          </a:p>
          <a:p>
            <a:r>
              <a:rPr lang="de-CH" sz="2000">
                <a:solidFill>
                  <a:schemeClr val="accent1">
                    <a:lumMod val="50000"/>
                  </a:schemeClr>
                </a:solidFill>
              </a:rPr>
              <a:t>Ziel der Bestimmungen ist es die lokale Brutpopulation nicht zu gefährden</a:t>
            </a:r>
            <a:endParaRPr lang="de-DE" sz="2000">
              <a:solidFill>
                <a:schemeClr val="accent1">
                  <a:lumMod val="50000"/>
                </a:schemeClr>
              </a:solidFill>
            </a:endParaRPr>
          </a:p>
        </p:txBody>
      </p:sp>
      <p:sp>
        <p:nvSpPr>
          <p:cNvPr id="9" name="Titel 1">
            <a:extLst>
              <a:ext uri="{FF2B5EF4-FFF2-40B4-BE49-F238E27FC236}">
                <a16:creationId xmlns:a16="http://schemas.microsoft.com/office/drawing/2014/main" id="{E3337C4C-3D7D-357D-3C13-7CED6A1111B2}"/>
              </a:ext>
            </a:extLst>
          </p:cNvPr>
          <p:cNvSpPr>
            <a:spLocks noGrp="1"/>
          </p:cNvSpPr>
          <p:nvPr>
            <p:ph type="title"/>
          </p:nvPr>
        </p:nvSpPr>
        <p:spPr>
          <a:xfrm>
            <a:off x="221974" y="360000"/>
            <a:ext cx="9741010" cy="509133"/>
          </a:xfrm>
        </p:spPr>
        <p:txBody>
          <a:bodyPr>
            <a:normAutofit fontScale="90000"/>
          </a:bodyPr>
          <a:lstStyle/>
          <a:p>
            <a:r>
              <a:rPr lang="de-DE"/>
              <a:t>Waldschnepfenjagd in der Schweiz</a:t>
            </a:r>
          </a:p>
        </p:txBody>
      </p:sp>
      <p:pic>
        <p:nvPicPr>
          <p:cNvPr id="10" name="Picture 2" descr="http://carlisledecoys.com/images/photo_woodcock.jpg">
            <a:extLst>
              <a:ext uri="{FF2B5EF4-FFF2-40B4-BE49-F238E27FC236}">
                <a16:creationId xmlns:a16="http://schemas.microsoft.com/office/drawing/2014/main" id="{2C5CEFCA-4F40-E0CC-1D91-1415FE0CF1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8919" r="2602" b="18908"/>
          <a:stretch/>
        </p:blipFill>
        <p:spPr bwMode="auto">
          <a:xfrm>
            <a:off x="9387186" y="2856756"/>
            <a:ext cx="2499308" cy="10851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F77A83CE-3D04-F351-123B-2BDAE62F3EE0}"/>
              </a:ext>
            </a:extLst>
          </p:cNvPr>
          <p:cNvGraphicFramePr>
            <a:graphicFrameLocks noGrp="1"/>
          </p:cNvGraphicFramePr>
          <p:nvPr>
            <p:extLst>
              <p:ext uri="{D42A27DB-BD31-4B8C-83A1-F6EECF244321}">
                <p14:modId xmlns:p14="http://schemas.microsoft.com/office/powerpoint/2010/main" val="3093417265"/>
              </p:ext>
            </p:extLst>
          </p:nvPr>
        </p:nvGraphicFramePr>
        <p:xfrm>
          <a:off x="708702" y="2747264"/>
          <a:ext cx="8361680" cy="3337560"/>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val="2299120673"/>
                    </a:ext>
                  </a:extLst>
                </a:gridCol>
                <a:gridCol w="903111">
                  <a:extLst>
                    <a:ext uri="{9D8B030D-6E8A-4147-A177-3AD203B41FA5}">
                      <a16:colId xmlns:a16="http://schemas.microsoft.com/office/drawing/2014/main" val="2126451089"/>
                    </a:ext>
                  </a:extLst>
                </a:gridCol>
                <a:gridCol w="903111">
                  <a:extLst>
                    <a:ext uri="{9D8B030D-6E8A-4147-A177-3AD203B41FA5}">
                      <a16:colId xmlns:a16="http://schemas.microsoft.com/office/drawing/2014/main" val="4282347062"/>
                    </a:ext>
                  </a:extLst>
                </a:gridCol>
                <a:gridCol w="903111">
                  <a:extLst>
                    <a:ext uri="{9D8B030D-6E8A-4147-A177-3AD203B41FA5}">
                      <a16:colId xmlns:a16="http://schemas.microsoft.com/office/drawing/2014/main" val="278677757"/>
                    </a:ext>
                  </a:extLst>
                </a:gridCol>
                <a:gridCol w="385982">
                  <a:extLst>
                    <a:ext uri="{9D8B030D-6E8A-4147-A177-3AD203B41FA5}">
                      <a16:colId xmlns:a16="http://schemas.microsoft.com/office/drawing/2014/main" val="2965282919"/>
                    </a:ext>
                  </a:extLst>
                </a:gridCol>
                <a:gridCol w="750810">
                  <a:extLst>
                    <a:ext uri="{9D8B030D-6E8A-4147-A177-3AD203B41FA5}">
                      <a16:colId xmlns:a16="http://schemas.microsoft.com/office/drawing/2014/main" val="3641636328"/>
                    </a:ext>
                  </a:extLst>
                </a:gridCol>
                <a:gridCol w="903111">
                  <a:extLst>
                    <a:ext uri="{9D8B030D-6E8A-4147-A177-3AD203B41FA5}">
                      <a16:colId xmlns:a16="http://schemas.microsoft.com/office/drawing/2014/main" val="2719579519"/>
                    </a:ext>
                  </a:extLst>
                </a:gridCol>
                <a:gridCol w="903111">
                  <a:extLst>
                    <a:ext uri="{9D8B030D-6E8A-4147-A177-3AD203B41FA5}">
                      <a16:colId xmlns:a16="http://schemas.microsoft.com/office/drawing/2014/main" val="770985372"/>
                    </a:ext>
                  </a:extLst>
                </a:gridCol>
                <a:gridCol w="903111">
                  <a:extLst>
                    <a:ext uri="{9D8B030D-6E8A-4147-A177-3AD203B41FA5}">
                      <a16:colId xmlns:a16="http://schemas.microsoft.com/office/drawing/2014/main" val="2167271061"/>
                    </a:ext>
                  </a:extLst>
                </a:gridCol>
                <a:gridCol w="903111">
                  <a:extLst>
                    <a:ext uri="{9D8B030D-6E8A-4147-A177-3AD203B41FA5}">
                      <a16:colId xmlns:a16="http://schemas.microsoft.com/office/drawing/2014/main" val="2584644544"/>
                    </a:ext>
                  </a:extLst>
                </a:gridCol>
              </a:tblGrid>
              <a:tr h="370840">
                <a:tc>
                  <a:txBody>
                    <a:bodyPr/>
                    <a:lstStyle/>
                    <a:p>
                      <a:endParaRPr lang="de-CH">
                        <a:solidFill>
                          <a:schemeClr val="tx1">
                            <a:lumMod val="95000"/>
                            <a:lumOff val="5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gridSpan="2">
                  <a:txBody>
                    <a:bodyPr/>
                    <a:lstStyle/>
                    <a:p>
                      <a:pPr algn="ctr"/>
                      <a:r>
                        <a:rPr lang="de-CH">
                          <a:solidFill>
                            <a:schemeClr val="tx1">
                              <a:lumMod val="95000"/>
                              <a:lumOff val="5000"/>
                            </a:schemeClr>
                          </a:solidFill>
                        </a:rPr>
                        <a:t>September</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de-CH"/>
                    </a:p>
                  </a:txBody>
                  <a:tcPr/>
                </a:tc>
                <a:tc gridSpan="3">
                  <a:txBody>
                    <a:bodyPr/>
                    <a:lstStyle/>
                    <a:p>
                      <a:pPr algn="ctr"/>
                      <a:r>
                        <a:rPr lang="de-CH">
                          <a:solidFill>
                            <a:schemeClr val="tx1">
                              <a:lumMod val="95000"/>
                              <a:lumOff val="5000"/>
                            </a:schemeClr>
                          </a:solidFill>
                        </a:rPr>
                        <a:t>Oktober</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de-CH"/>
                    </a:p>
                  </a:txBody>
                  <a:tcPr/>
                </a:tc>
                <a:tc hMerge="1">
                  <a:txBody>
                    <a:bodyPr/>
                    <a:lstStyle/>
                    <a:p>
                      <a:endParaRPr lang="de-CH"/>
                    </a:p>
                  </a:txBody>
                  <a:tcPr/>
                </a:tc>
                <a:tc gridSpan="2">
                  <a:txBody>
                    <a:bodyPr/>
                    <a:lstStyle/>
                    <a:p>
                      <a:pPr algn="ctr"/>
                      <a:r>
                        <a:rPr lang="de-CH">
                          <a:solidFill>
                            <a:schemeClr val="tx1">
                              <a:lumMod val="95000"/>
                              <a:lumOff val="5000"/>
                            </a:schemeClr>
                          </a:solidFill>
                        </a:rPr>
                        <a:t>November</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de-CH"/>
                    </a:p>
                  </a:txBody>
                  <a:tcPr/>
                </a:tc>
                <a:tc gridSpan="2">
                  <a:txBody>
                    <a:bodyPr/>
                    <a:lstStyle/>
                    <a:p>
                      <a:pPr algn="ctr"/>
                      <a:r>
                        <a:rPr lang="de-CH">
                          <a:solidFill>
                            <a:schemeClr val="tx1">
                              <a:lumMod val="95000"/>
                              <a:lumOff val="5000"/>
                            </a:schemeClr>
                          </a:solidFill>
                        </a:rPr>
                        <a:t>Dezember</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de-CH"/>
                    </a:p>
                  </a:txBody>
                  <a:tcPr/>
                </a:tc>
                <a:extLst>
                  <a:ext uri="{0D108BD9-81ED-4DB2-BD59-A6C34878D82A}">
                    <a16:rowId xmlns:a16="http://schemas.microsoft.com/office/drawing/2014/main" val="181981457"/>
                  </a:ext>
                </a:extLst>
              </a:tr>
              <a:tr h="370840">
                <a:tc>
                  <a:txBody>
                    <a:bodyPr/>
                    <a:lstStyle/>
                    <a:p>
                      <a:r>
                        <a:rPr lang="de-CH">
                          <a:solidFill>
                            <a:schemeClr val="tx1">
                              <a:lumMod val="95000"/>
                              <a:lumOff val="5000"/>
                            </a:schemeClr>
                          </a:solidFill>
                        </a:rPr>
                        <a:t>Kanton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r>
                        <a:rPr lang="de-CH">
                          <a:solidFill>
                            <a:schemeClr val="tx1">
                              <a:lumMod val="95000"/>
                              <a:lumOff val="5000"/>
                            </a:schemeClr>
                          </a:solidFill>
                        </a:rPr>
                        <a:t>1.-15.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r>
                        <a:rPr lang="de-CH">
                          <a:solidFill>
                            <a:schemeClr val="tx1">
                              <a:lumMod val="95000"/>
                              <a:lumOff val="5000"/>
                            </a:schemeClr>
                          </a:solidFill>
                        </a:rPr>
                        <a:t>16.-30.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r>
                        <a:rPr lang="de-CH">
                          <a:solidFill>
                            <a:schemeClr val="tx1">
                              <a:lumMod val="95000"/>
                              <a:lumOff val="5000"/>
                            </a:schemeClr>
                          </a:solidFill>
                        </a:rPr>
                        <a:t>1.-15.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gridSpan="2">
                  <a:txBody>
                    <a:bodyPr/>
                    <a:lstStyle/>
                    <a:p>
                      <a:r>
                        <a:rPr lang="de-CH">
                          <a:solidFill>
                            <a:schemeClr val="tx1">
                              <a:lumMod val="95000"/>
                              <a:lumOff val="5000"/>
                            </a:schemeClr>
                          </a:solidFill>
                        </a:rPr>
                        <a:t>16.-31.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de-CH"/>
                    </a:p>
                  </a:txBody>
                  <a:tcPr/>
                </a:tc>
                <a:tc>
                  <a:txBody>
                    <a:bodyPr/>
                    <a:lstStyle/>
                    <a:p>
                      <a:r>
                        <a:rPr lang="de-CH">
                          <a:solidFill>
                            <a:schemeClr val="tx1">
                              <a:lumMod val="95000"/>
                              <a:lumOff val="5000"/>
                            </a:schemeClr>
                          </a:solidFill>
                        </a:rPr>
                        <a:t>1.-15.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r>
                        <a:rPr lang="de-CH">
                          <a:solidFill>
                            <a:schemeClr val="tx1">
                              <a:lumMod val="95000"/>
                              <a:lumOff val="5000"/>
                            </a:schemeClr>
                          </a:solidFill>
                        </a:rPr>
                        <a:t>16.-30.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r>
                        <a:rPr lang="de-CH">
                          <a:solidFill>
                            <a:schemeClr val="tx1">
                              <a:lumMod val="95000"/>
                              <a:lumOff val="5000"/>
                            </a:schemeClr>
                          </a:solidFill>
                        </a:rPr>
                        <a:t>1.-15.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r>
                        <a:rPr lang="de-CH">
                          <a:solidFill>
                            <a:schemeClr val="tx1">
                              <a:lumMod val="95000"/>
                              <a:lumOff val="5000"/>
                            </a:schemeClr>
                          </a:solidFill>
                        </a:rPr>
                        <a:t>16.-31.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201255220"/>
                  </a:ext>
                </a:extLst>
              </a:tr>
              <a:tr h="370840">
                <a:tc>
                  <a:txBody>
                    <a:bodyPr/>
                    <a:lstStyle/>
                    <a:p>
                      <a:r>
                        <a:rPr lang="de-CH">
                          <a:solidFill>
                            <a:schemeClr val="tx1">
                              <a:lumMod val="95000"/>
                              <a:lumOff val="5000"/>
                            </a:schemeClr>
                          </a:solidFill>
                        </a:rPr>
                        <a:t>BE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gridSpan="2">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hMerge="1">
                  <a:txBody>
                    <a:bodyPr/>
                    <a:lstStyle/>
                    <a:p>
                      <a:endParaRPr lang="de-CH"/>
                    </a:p>
                  </a:txBody>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687234121"/>
                  </a:ext>
                </a:extLst>
              </a:tr>
              <a:tr h="370840">
                <a:tc>
                  <a:txBody>
                    <a:bodyPr/>
                    <a:lstStyle/>
                    <a:p>
                      <a:r>
                        <a:rPr lang="de-CH">
                          <a:solidFill>
                            <a:schemeClr val="tx1">
                              <a:lumMod val="95000"/>
                              <a:lumOff val="5000"/>
                            </a:schemeClr>
                          </a:solidFill>
                        </a:rPr>
                        <a:t>FR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365686594"/>
                  </a:ext>
                </a:extLst>
              </a:tr>
              <a:tr h="370840">
                <a:tc>
                  <a:txBody>
                    <a:bodyPr/>
                    <a:lstStyle/>
                    <a:p>
                      <a:r>
                        <a:rPr lang="de-CH">
                          <a:solidFill>
                            <a:schemeClr val="tx1">
                              <a:lumMod val="95000"/>
                              <a:lumOff val="5000"/>
                            </a:schemeClr>
                          </a:solidFill>
                        </a:rPr>
                        <a:t>JU</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gridSpan="2">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hMerge="1">
                  <a:txBody>
                    <a:bodyPr/>
                    <a:lstStyle/>
                    <a:p>
                      <a:endParaRPr lang="de-CH"/>
                    </a:p>
                  </a:txBody>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637699153"/>
                  </a:ext>
                </a:extLst>
              </a:tr>
              <a:tr h="370840">
                <a:tc>
                  <a:txBody>
                    <a:bodyPr/>
                    <a:lstStyle/>
                    <a:p>
                      <a:r>
                        <a:rPr lang="de-CH">
                          <a:solidFill>
                            <a:schemeClr val="tx1">
                              <a:lumMod val="95000"/>
                              <a:lumOff val="5000"/>
                            </a:schemeClr>
                          </a:solidFill>
                        </a:rPr>
                        <a:t>NE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622067085"/>
                  </a:ext>
                </a:extLst>
              </a:tr>
              <a:tr h="370840">
                <a:tc>
                  <a:txBody>
                    <a:bodyPr/>
                    <a:lstStyle/>
                    <a:p>
                      <a:r>
                        <a:rPr lang="de-CH">
                          <a:solidFill>
                            <a:schemeClr val="tx1">
                              <a:lumMod val="95000"/>
                              <a:lumOff val="5000"/>
                            </a:schemeClr>
                          </a:solidFill>
                        </a:rPr>
                        <a:t>TI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gridSpan="2">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hMerge="1">
                  <a:txBody>
                    <a:bodyPr/>
                    <a:lstStyle/>
                    <a:p>
                      <a:endParaRPr lang="de-CH"/>
                    </a:p>
                  </a:txBody>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723201809"/>
                  </a:ext>
                </a:extLst>
              </a:tr>
              <a:tr h="370840">
                <a:tc>
                  <a:txBody>
                    <a:bodyPr/>
                    <a:lstStyle/>
                    <a:p>
                      <a:r>
                        <a:rPr lang="de-CH">
                          <a:solidFill>
                            <a:schemeClr val="tx1">
                              <a:lumMod val="95000"/>
                              <a:lumOff val="5000"/>
                            </a:schemeClr>
                          </a:solidFill>
                        </a:rPr>
                        <a:t>VD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77077720"/>
                  </a:ext>
                </a:extLst>
              </a:tr>
              <a:tr h="370840">
                <a:tc>
                  <a:txBody>
                    <a:bodyPr/>
                    <a:lstStyle/>
                    <a:p>
                      <a:r>
                        <a:rPr lang="de-CH">
                          <a:solidFill>
                            <a:schemeClr val="tx1">
                              <a:lumMod val="95000"/>
                              <a:lumOff val="5000"/>
                            </a:schemeClr>
                          </a:solidFill>
                        </a:rPr>
                        <a:t>VS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endParaRPr lang="de-CH">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605768113"/>
                  </a:ext>
                </a:extLst>
              </a:tr>
            </a:tbl>
          </a:graphicData>
        </a:graphic>
      </p:graphicFrame>
    </p:spTree>
    <p:extLst>
      <p:ext uri="{BB962C8B-B14F-4D97-AF65-F5344CB8AC3E}">
        <p14:creationId xmlns:p14="http://schemas.microsoft.com/office/powerpoint/2010/main" val="9309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4E9BD-44A3-2C9E-6458-97E615605D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296464E-5A22-909D-AF69-F5B22195DC6D}"/>
              </a:ext>
            </a:extLst>
          </p:cNvPr>
          <p:cNvSpPr>
            <a:spLocks noGrp="1"/>
          </p:cNvSpPr>
          <p:nvPr>
            <p:ph type="title"/>
          </p:nvPr>
        </p:nvSpPr>
        <p:spPr>
          <a:xfrm>
            <a:off x="221974" y="360000"/>
            <a:ext cx="9741010" cy="1325563"/>
          </a:xfrm>
        </p:spPr>
        <p:txBody>
          <a:bodyPr>
            <a:normAutofit/>
          </a:bodyPr>
          <a:lstStyle/>
          <a:p>
            <a:r>
              <a:rPr lang="de-DE"/>
              <a:t>Wie wirkt sich die Jagd auf die Waldschnepfe aus?</a:t>
            </a:r>
          </a:p>
        </p:txBody>
      </p:sp>
      <p:sp>
        <p:nvSpPr>
          <p:cNvPr id="6" name="Inhaltsplatzhalter 2">
            <a:extLst>
              <a:ext uri="{FF2B5EF4-FFF2-40B4-BE49-F238E27FC236}">
                <a16:creationId xmlns:a16="http://schemas.microsoft.com/office/drawing/2014/main" id="{10D11CF0-F4BF-E470-873E-E58A9F00F596}"/>
              </a:ext>
            </a:extLst>
          </p:cNvPr>
          <p:cNvSpPr>
            <a:spLocks noGrp="1"/>
          </p:cNvSpPr>
          <p:nvPr>
            <p:ph idx="1"/>
          </p:nvPr>
        </p:nvSpPr>
        <p:spPr>
          <a:xfrm>
            <a:off x="1448207" y="1447846"/>
            <a:ext cx="9616957" cy="1018263"/>
          </a:xfrm>
        </p:spPr>
        <p:txBody>
          <a:bodyPr>
            <a:normAutofit fontScale="92500"/>
          </a:bodyPr>
          <a:lstStyle/>
          <a:p>
            <a:pPr marL="457200" indent="-457200">
              <a:buFont typeface="+mj-lt"/>
              <a:buAutoNum type="arabicPeriod"/>
            </a:pPr>
            <a:r>
              <a:rPr lang="de-CH" sz="2400" b="0" i="0">
                <a:effectLst/>
              </a:rPr>
              <a:t>Wann verlassen die Schweizer Brutvögel die Schweiz im Herbst?</a:t>
            </a:r>
          </a:p>
          <a:p>
            <a:pPr marL="457200" indent="-457200">
              <a:buFont typeface="+mj-lt"/>
              <a:buAutoNum type="arabicPeriod"/>
            </a:pPr>
            <a:r>
              <a:rPr lang="de-CH" sz="2400"/>
              <a:t>Welcher Anteil der geschossenen Waldschnepfen brütet in der Schweiz?</a:t>
            </a:r>
            <a:endParaRPr lang="de-DE" sz="2400"/>
          </a:p>
        </p:txBody>
      </p:sp>
      <p:pic>
        <p:nvPicPr>
          <p:cNvPr id="3074" name="Picture 2" descr="featured image for blog">
            <a:extLst>
              <a:ext uri="{FF2B5EF4-FFF2-40B4-BE49-F238E27FC236}">
                <a16:creationId xmlns:a16="http://schemas.microsoft.com/office/drawing/2014/main" id="{CA67EFCA-0E59-D90F-F7E8-E06E52A482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274" y="2784724"/>
            <a:ext cx="6795731" cy="3825089"/>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797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9C89F-677D-31E3-4245-D5DEC0B24FB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A2B61EE-70CF-5206-25D8-4C2DEF56BF3A}"/>
              </a:ext>
            </a:extLst>
          </p:cNvPr>
          <p:cNvSpPr>
            <a:spLocks noGrp="1"/>
          </p:cNvSpPr>
          <p:nvPr>
            <p:ph type="title"/>
          </p:nvPr>
        </p:nvSpPr>
        <p:spPr>
          <a:xfrm>
            <a:off x="221974" y="360000"/>
            <a:ext cx="9741010" cy="1325563"/>
          </a:xfrm>
        </p:spPr>
        <p:txBody>
          <a:bodyPr>
            <a:normAutofit/>
          </a:bodyPr>
          <a:lstStyle/>
          <a:p>
            <a:r>
              <a:rPr lang="de-DE"/>
              <a:t>Waldschnepfenstudie im Jura 2005 – 2018</a:t>
            </a:r>
          </a:p>
        </p:txBody>
      </p:sp>
      <p:sp>
        <p:nvSpPr>
          <p:cNvPr id="6" name="Inhaltsplatzhalter 2">
            <a:extLst>
              <a:ext uri="{FF2B5EF4-FFF2-40B4-BE49-F238E27FC236}">
                <a16:creationId xmlns:a16="http://schemas.microsoft.com/office/drawing/2014/main" id="{968FB86D-02DE-2D9F-2238-B3CAEC87E7F6}"/>
              </a:ext>
            </a:extLst>
          </p:cNvPr>
          <p:cNvSpPr>
            <a:spLocks noGrp="1"/>
          </p:cNvSpPr>
          <p:nvPr>
            <p:ph idx="1"/>
          </p:nvPr>
        </p:nvSpPr>
        <p:spPr>
          <a:xfrm>
            <a:off x="400199" y="376781"/>
            <a:ext cx="10888649" cy="3312893"/>
          </a:xfrm>
        </p:spPr>
        <p:txBody>
          <a:bodyPr>
            <a:normAutofit/>
          </a:bodyPr>
          <a:lstStyle/>
          <a:p>
            <a:r>
              <a:rPr lang="de-CH" sz="2400"/>
              <a:t>471 Waldschnepfen wurden gefangen und </a:t>
            </a:r>
            <a:r>
              <a:rPr lang="de-CH" sz="2400" b="0" i="0">
                <a:effectLst/>
              </a:rPr>
              <a:t>beringt</a:t>
            </a:r>
          </a:p>
          <a:p>
            <a:r>
              <a:rPr lang="de-CH" sz="2400"/>
              <a:t>v</a:t>
            </a:r>
            <a:r>
              <a:rPr lang="de-CH" sz="2400" b="0" i="0">
                <a:effectLst/>
              </a:rPr>
              <a:t>on 2015 - 2018 wurden 85 Waldschnepfen besendert</a:t>
            </a:r>
          </a:p>
          <a:p>
            <a:r>
              <a:rPr lang="de-CH" sz="2400"/>
              <a:t>besenderte Vögel wurden mit hohem Aufwand im Jura verfolgt</a:t>
            </a:r>
            <a:endParaRPr lang="de-CH" sz="2400" b="0" i="0">
              <a:effectLst/>
            </a:endParaRPr>
          </a:p>
          <a:p>
            <a:endParaRPr lang="de-DE" sz="2400"/>
          </a:p>
        </p:txBody>
      </p:sp>
      <p:pic>
        <p:nvPicPr>
          <p:cNvPr id="4" name="Image 3">
            <a:extLst>
              <a:ext uri="{FF2B5EF4-FFF2-40B4-BE49-F238E27FC236}">
                <a16:creationId xmlns:a16="http://schemas.microsoft.com/office/drawing/2014/main" id="{1169BBCF-3CAE-98C5-9277-5F7C110A962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96982" y="2476446"/>
            <a:ext cx="4778905" cy="3584176"/>
          </a:xfrm>
          <a:prstGeom prst="rect">
            <a:avLst/>
          </a:prstGeom>
        </p:spPr>
      </p:pic>
      <p:pic>
        <p:nvPicPr>
          <p:cNvPr id="7" name="Picture 6" descr="IMG_9091">
            <a:extLst>
              <a:ext uri="{FF2B5EF4-FFF2-40B4-BE49-F238E27FC236}">
                <a16:creationId xmlns:a16="http://schemas.microsoft.com/office/drawing/2014/main" id="{4CCED8E8-53F2-721C-93A5-BEDF9A1B68DB}"/>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45964" y="3546153"/>
            <a:ext cx="3232951" cy="1932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rafik 3" descr="Ein Bild, das Baum, draußen, Person, Kleidung enthält.&#10;&#10;Automatisch generierte Beschreibung">
            <a:extLst>
              <a:ext uri="{FF2B5EF4-FFF2-40B4-BE49-F238E27FC236}">
                <a16:creationId xmlns:a16="http://schemas.microsoft.com/office/drawing/2014/main" id="{FF1717C7-7490-9F56-B3D4-B0C93CA7A4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8374" y="3261527"/>
            <a:ext cx="5122390" cy="3414926"/>
          </a:xfrm>
          <a:prstGeom prst="rect">
            <a:avLst/>
          </a:prstGeom>
        </p:spPr>
      </p:pic>
      <p:pic>
        <p:nvPicPr>
          <p:cNvPr id="10" name="Grafik 7" descr="Ein Bild, das Gras, draußen, Wolke, Himmel enthält.&#10;&#10;Automatisch generierte Beschreibung">
            <a:extLst>
              <a:ext uri="{FF2B5EF4-FFF2-40B4-BE49-F238E27FC236}">
                <a16:creationId xmlns:a16="http://schemas.microsoft.com/office/drawing/2014/main" id="{4817748B-E2E0-E6BB-E8EC-8D309E819313}"/>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11111"/>
          <a:stretch/>
        </p:blipFill>
        <p:spPr>
          <a:xfrm>
            <a:off x="8949693" y="1062652"/>
            <a:ext cx="3153275" cy="2102183"/>
          </a:xfrm>
          <a:prstGeom prst="rect">
            <a:avLst/>
          </a:prstGeom>
        </p:spPr>
      </p:pic>
      <p:pic>
        <p:nvPicPr>
          <p:cNvPr id="11" name="Grafik 2" descr="Ein Bild, das draußen, Baum, Fahrzeug, Landfahrzeug enthält.&#10;&#10;Automatisch generierte Beschreibung">
            <a:extLst>
              <a:ext uri="{FF2B5EF4-FFF2-40B4-BE49-F238E27FC236}">
                <a16:creationId xmlns:a16="http://schemas.microsoft.com/office/drawing/2014/main" id="{4FE5993A-E844-2590-FEF7-283CCC1776F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972822" y="3261527"/>
            <a:ext cx="5122390" cy="3414927"/>
          </a:xfrm>
          <a:prstGeom prst="rect">
            <a:avLst/>
          </a:prstGeom>
        </p:spPr>
      </p:pic>
      <p:grpSp>
        <p:nvGrpSpPr>
          <p:cNvPr id="23" name="Groupe 16">
            <a:extLst>
              <a:ext uri="{FF2B5EF4-FFF2-40B4-BE49-F238E27FC236}">
                <a16:creationId xmlns:a16="http://schemas.microsoft.com/office/drawing/2014/main" id="{A64D1299-71CE-BD2D-9209-D7F9AD9B848D}"/>
              </a:ext>
            </a:extLst>
          </p:cNvPr>
          <p:cNvGrpSpPr/>
          <p:nvPr/>
        </p:nvGrpSpPr>
        <p:grpSpPr>
          <a:xfrm>
            <a:off x="1512905" y="2713396"/>
            <a:ext cx="5040560" cy="3729838"/>
            <a:chOff x="561975" y="1819274"/>
            <a:chExt cx="5457825" cy="4038600"/>
          </a:xfrm>
        </p:grpSpPr>
        <p:pic>
          <p:nvPicPr>
            <p:cNvPr id="24" name="Picture 4" descr="IMG_9006">
              <a:extLst>
                <a:ext uri="{FF2B5EF4-FFF2-40B4-BE49-F238E27FC236}">
                  <a16:creationId xmlns:a16="http://schemas.microsoft.com/office/drawing/2014/main" id="{C2B543FA-C25B-E718-373F-C7EB3508BA53}"/>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561975" y="3619499"/>
              <a:ext cx="296227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5" descr="DSCN0101">
              <a:extLst>
                <a:ext uri="{FF2B5EF4-FFF2-40B4-BE49-F238E27FC236}">
                  <a16:creationId xmlns:a16="http://schemas.microsoft.com/office/drawing/2014/main" id="{4C388DBF-D197-F2DA-8AE8-5219265322B7}"/>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3495675" y="3629024"/>
              <a:ext cx="2524125"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descr="2230-ch2016-04-29ds47c">
              <a:extLst>
                <a:ext uri="{FF2B5EF4-FFF2-40B4-BE49-F238E27FC236}">
                  <a16:creationId xmlns:a16="http://schemas.microsoft.com/office/drawing/2014/main" id="{2B40632D-8835-99AD-48B4-3CD6824EEFC8}"/>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561975" y="1819274"/>
              <a:ext cx="2733675"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3" descr="2230-ch2016-04-29ds55c">
              <a:extLst>
                <a:ext uri="{FF2B5EF4-FFF2-40B4-BE49-F238E27FC236}">
                  <a16:creationId xmlns:a16="http://schemas.microsoft.com/office/drawing/2014/main" id="{B08362EC-6190-6F90-2AD8-EC7B996FECE9}"/>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3295650" y="1824038"/>
              <a:ext cx="27241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10233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4"/>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676EC-B489-60D9-4E83-9BD77EF8CD0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3F75A35-8EF9-47D0-7018-AA457D9C2B0E}"/>
              </a:ext>
            </a:extLst>
          </p:cNvPr>
          <p:cNvPicPr>
            <a:picLocks noChangeAspect="1"/>
          </p:cNvPicPr>
          <p:nvPr/>
        </p:nvPicPr>
        <p:blipFill>
          <a:blip r:embed="rId3"/>
          <a:stretch>
            <a:fillRect/>
          </a:stretch>
        </p:blipFill>
        <p:spPr>
          <a:xfrm>
            <a:off x="2923032" y="1889760"/>
            <a:ext cx="4940808" cy="4940808"/>
          </a:xfrm>
          <a:prstGeom prst="rect">
            <a:avLst/>
          </a:prstGeom>
        </p:spPr>
      </p:pic>
      <p:sp>
        <p:nvSpPr>
          <p:cNvPr id="2" name="Titel 1">
            <a:extLst>
              <a:ext uri="{FF2B5EF4-FFF2-40B4-BE49-F238E27FC236}">
                <a16:creationId xmlns:a16="http://schemas.microsoft.com/office/drawing/2014/main" id="{A422349A-7473-192F-31E4-B014771986BD}"/>
              </a:ext>
            </a:extLst>
          </p:cNvPr>
          <p:cNvSpPr>
            <a:spLocks noGrp="1"/>
          </p:cNvSpPr>
          <p:nvPr>
            <p:ph type="title"/>
          </p:nvPr>
        </p:nvSpPr>
        <p:spPr>
          <a:xfrm>
            <a:off x="221974" y="360000"/>
            <a:ext cx="9741010" cy="1325563"/>
          </a:xfrm>
        </p:spPr>
        <p:txBody>
          <a:bodyPr>
            <a:normAutofit/>
          </a:bodyPr>
          <a:lstStyle/>
          <a:p>
            <a:r>
              <a:rPr lang="de-DE"/>
              <a:t>Federsammlung von geschossenen Waldschnepfen</a:t>
            </a:r>
          </a:p>
        </p:txBody>
      </p:sp>
      <p:sp>
        <p:nvSpPr>
          <p:cNvPr id="6" name="Inhaltsplatzhalter 2">
            <a:extLst>
              <a:ext uri="{FF2B5EF4-FFF2-40B4-BE49-F238E27FC236}">
                <a16:creationId xmlns:a16="http://schemas.microsoft.com/office/drawing/2014/main" id="{1F2CC9D6-69A0-B017-563C-96650EBC45DC}"/>
              </a:ext>
            </a:extLst>
          </p:cNvPr>
          <p:cNvSpPr>
            <a:spLocks noGrp="1"/>
          </p:cNvSpPr>
          <p:nvPr>
            <p:ph idx="1"/>
          </p:nvPr>
        </p:nvSpPr>
        <p:spPr>
          <a:xfrm>
            <a:off x="294199" y="1174096"/>
            <a:ext cx="11248969" cy="1744595"/>
          </a:xfrm>
        </p:spPr>
        <p:txBody>
          <a:bodyPr>
            <a:normAutofit/>
          </a:bodyPr>
          <a:lstStyle/>
          <a:p>
            <a:r>
              <a:rPr lang="de-CH" sz="2400"/>
              <a:t>stabile Wasserstoffisotope in Federn können die Herkunft verraten</a:t>
            </a:r>
          </a:p>
          <a:p>
            <a:r>
              <a:rPr lang="de-CH" sz="2400" b="0" i="0">
                <a:effectLst/>
              </a:rPr>
              <a:t>von 2013 – 2017 gaben uns Jäger Federn von 842 geschossenen Waldschnepfen</a:t>
            </a:r>
          </a:p>
          <a:p>
            <a:r>
              <a:rPr lang="de-CH" sz="2400"/>
              <a:t>Federn wurden analysiert um Herkunft der Waldschnepfen zu ermitteln</a:t>
            </a:r>
          </a:p>
        </p:txBody>
      </p:sp>
      <p:pic>
        <p:nvPicPr>
          <p:cNvPr id="1026" name="Picture 2" descr="vogelwarte.ch - Jagd und Verfolgung durch den Menschen">
            <a:extLst>
              <a:ext uri="{FF2B5EF4-FFF2-40B4-BE49-F238E27FC236}">
                <a16:creationId xmlns:a16="http://schemas.microsoft.com/office/drawing/2014/main" id="{739D48CB-9B52-65BD-8867-DCDAA79EEF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974" y="3157277"/>
            <a:ext cx="4301018" cy="28493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leiner Vogel, große Jagd | PASSION Magazin">
            <a:extLst>
              <a:ext uri="{FF2B5EF4-FFF2-40B4-BE49-F238E27FC236}">
                <a16:creationId xmlns:a16="http://schemas.microsoft.com/office/drawing/2014/main" id="{E27D9BE0-F28F-B271-B0C4-8302EF5A11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9320" y="3157751"/>
            <a:ext cx="2218405" cy="284884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accia alla beccaccia 2020: le regine di Fiordimonte">
            <a:extLst>
              <a:ext uri="{FF2B5EF4-FFF2-40B4-BE49-F238E27FC236}">
                <a16:creationId xmlns:a16="http://schemas.microsoft.com/office/drawing/2014/main" id="{93C2DB69-12DA-58D2-B031-E4B6DDAEC2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4053" y="3157751"/>
            <a:ext cx="5064610" cy="2848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888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0"/>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F257-AA70-3147-F8C6-F689EB0CE7F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FD21DAC-DAEB-BD6D-60A7-847B6069299D}"/>
              </a:ext>
            </a:extLst>
          </p:cNvPr>
          <p:cNvSpPr>
            <a:spLocks noGrp="1"/>
          </p:cNvSpPr>
          <p:nvPr>
            <p:ph type="title"/>
          </p:nvPr>
        </p:nvSpPr>
        <p:spPr>
          <a:xfrm>
            <a:off x="221974" y="360000"/>
            <a:ext cx="9741010" cy="1325563"/>
          </a:xfrm>
        </p:spPr>
        <p:txBody>
          <a:bodyPr>
            <a:normAutofit/>
          </a:bodyPr>
          <a:lstStyle/>
          <a:p>
            <a:r>
              <a:rPr lang="de-DE"/>
              <a:t>Ergebnisse in Zahlen</a:t>
            </a:r>
          </a:p>
        </p:txBody>
      </p:sp>
      <p:graphicFrame>
        <p:nvGraphicFramePr>
          <p:cNvPr id="5" name="Table 4">
            <a:extLst>
              <a:ext uri="{FF2B5EF4-FFF2-40B4-BE49-F238E27FC236}">
                <a16:creationId xmlns:a16="http://schemas.microsoft.com/office/drawing/2014/main" id="{A79195BC-4AA5-D0D2-5B34-D15E889D5E5E}"/>
              </a:ext>
            </a:extLst>
          </p:cNvPr>
          <p:cNvGraphicFramePr>
            <a:graphicFrameLocks noGrp="1"/>
          </p:cNvGraphicFramePr>
          <p:nvPr>
            <p:extLst>
              <p:ext uri="{D42A27DB-BD31-4B8C-83A1-F6EECF244321}">
                <p14:modId xmlns:p14="http://schemas.microsoft.com/office/powerpoint/2010/main" val="690288860"/>
              </p:ext>
            </p:extLst>
          </p:nvPr>
        </p:nvGraphicFramePr>
        <p:xfrm>
          <a:off x="742373" y="1812605"/>
          <a:ext cx="10527631" cy="3726180"/>
        </p:xfrm>
        <a:graphic>
          <a:graphicData uri="http://schemas.openxmlformats.org/drawingml/2006/table">
            <a:tbl>
              <a:tblPr>
                <a:tableStyleId>{B301B821-A1FF-4177-AEE7-76D212191A09}</a:tableStyleId>
              </a:tblPr>
              <a:tblGrid>
                <a:gridCol w="1611015">
                  <a:extLst>
                    <a:ext uri="{9D8B030D-6E8A-4147-A177-3AD203B41FA5}">
                      <a16:colId xmlns:a16="http://schemas.microsoft.com/office/drawing/2014/main" val="1870035509"/>
                    </a:ext>
                  </a:extLst>
                </a:gridCol>
                <a:gridCol w="3280745">
                  <a:extLst>
                    <a:ext uri="{9D8B030D-6E8A-4147-A177-3AD203B41FA5}">
                      <a16:colId xmlns:a16="http://schemas.microsoft.com/office/drawing/2014/main" val="3850970467"/>
                    </a:ext>
                  </a:extLst>
                </a:gridCol>
                <a:gridCol w="2185417">
                  <a:extLst>
                    <a:ext uri="{9D8B030D-6E8A-4147-A177-3AD203B41FA5}">
                      <a16:colId xmlns:a16="http://schemas.microsoft.com/office/drawing/2014/main" val="999131028"/>
                    </a:ext>
                  </a:extLst>
                </a:gridCol>
                <a:gridCol w="2096899">
                  <a:extLst>
                    <a:ext uri="{9D8B030D-6E8A-4147-A177-3AD203B41FA5}">
                      <a16:colId xmlns:a16="http://schemas.microsoft.com/office/drawing/2014/main" val="4261649807"/>
                    </a:ext>
                  </a:extLst>
                </a:gridCol>
                <a:gridCol w="1353555">
                  <a:extLst>
                    <a:ext uri="{9D8B030D-6E8A-4147-A177-3AD203B41FA5}">
                      <a16:colId xmlns:a16="http://schemas.microsoft.com/office/drawing/2014/main" val="2992788110"/>
                    </a:ext>
                  </a:extLst>
                </a:gridCol>
              </a:tblGrid>
              <a:tr h="280625">
                <a:tc rowSpan="3">
                  <a:txBody>
                    <a:bodyPr/>
                    <a:lstStyle/>
                    <a:p>
                      <a:pPr algn="l" fontAlgn="ctr">
                        <a:buNone/>
                      </a:pPr>
                      <a:r>
                        <a:rPr lang="en-US" sz="2400" i="0" u="none" strike="noStrike" err="1">
                          <a:effectLst/>
                          <a:latin typeface="+mn-lt"/>
                        </a:rPr>
                        <a:t>Beringte</a:t>
                      </a:r>
                      <a:r>
                        <a:rPr lang="en-US" sz="2400" i="0" u="none" strike="noStrike">
                          <a:effectLst/>
                          <a:latin typeface="+mn-lt"/>
                        </a:rPr>
                        <a:t> </a:t>
                      </a:r>
                      <a:r>
                        <a:rPr lang="en-US" sz="2400" i="0" u="none" strike="noStrike" err="1">
                          <a:effectLst/>
                          <a:latin typeface="+mn-lt"/>
                        </a:rPr>
                        <a:t>Vögel</a:t>
                      </a:r>
                      <a:endParaRPr lang="en-US" sz="2400" b="1" i="0" u="none" strike="noStrike">
                        <a:solidFill>
                          <a:srgbClr val="000000"/>
                        </a:solidFill>
                        <a:effectLst/>
                        <a:latin typeface="+mn-lt"/>
                      </a:endParaRPr>
                    </a:p>
                  </a:txBody>
                  <a:tcPr marL="7620" marR="7620" marT="7620" marB="0" anchor="ctr"/>
                </a:tc>
                <a:tc>
                  <a:txBody>
                    <a:bodyPr/>
                    <a:lstStyle/>
                    <a:p>
                      <a:pPr algn="l" fontAlgn="b">
                        <a:buNone/>
                      </a:pPr>
                      <a:endParaRPr lang="en-US" sz="2400" b="1" i="0" u="none" strike="noStrike">
                        <a:solidFill>
                          <a:srgbClr val="000000"/>
                        </a:solidFill>
                        <a:effectLst/>
                        <a:latin typeface="+mn-lt"/>
                      </a:endParaRPr>
                    </a:p>
                  </a:txBody>
                  <a:tcPr marL="7620" marR="7620" marT="7620" marB="0" anchor="ctr"/>
                </a:tc>
                <a:tc>
                  <a:txBody>
                    <a:bodyPr/>
                    <a:lstStyle/>
                    <a:p>
                      <a:pPr algn="ctr" fontAlgn="b">
                        <a:buNone/>
                      </a:pPr>
                      <a:r>
                        <a:rPr lang="de-CH" sz="2400" b="1" i="0" u="none" strike="noStrike">
                          <a:solidFill>
                            <a:srgbClr val="000000"/>
                          </a:solidFill>
                          <a:effectLst/>
                          <a:latin typeface="+mn-lt"/>
                        </a:rPr>
                        <a:t>im Frühjahr beringt</a:t>
                      </a:r>
                      <a:endParaRPr lang="en-US" sz="2400" b="1" i="0" u="none" strike="noStrike">
                        <a:solidFill>
                          <a:srgbClr val="000000"/>
                        </a:solidFill>
                        <a:effectLst/>
                        <a:latin typeface="+mn-lt"/>
                      </a:endParaRPr>
                    </a:p>
                  </a:txBody>
                  <a:tcPr marL="7620" marR="7620" marT="7620" marB="0" anchor="ctr"/>
                </a:tc>
                <a:tc>
                  <a:txBody>
                    <a:bodyPr/>
                    <a:lstStyle/>
                    <a:p>
                      <a:pPr algn="ctr" fontAlgn="b">
                        <a:buNone/>
                      </a:pPr>
                      <a:r>
                        <a:rPr lang="de-CH" sz="2400" b="1" i="0" u="none" strike="noStrike">
                          <a:solidFill>
                            <a:srgbClr val="000000"/>
                          </a:solidFill>
                          <a:effectLst/>
                          <a:latin typeface="+mn-lt"/>
                        </a:rPr>
                        <a:t>im Herbst beringt</a:t>
                      </a:r>
                      <a:endParaRPr lang="en-US" sz="2400" b="1" i="0" u="none" strike="noStrike">
                        <a:solidFill>
                          <a:srgbClr val="000000"/>
                        </a:solidFill>
                        <a:effectLst/>
                        <a:latin typeface="+mn-lt"/>
                      </a:endParaRPr>
                    </a:p>
                  </a:txBody>
                  <a:tcPr marL="7620" marR="7620" marT="7620" marB="0" anchor="ctr"/>
                </a:tc>
                <a:tc>
                  <a:txBody>
                    <a:bodyPr/>
                    <a:lstStyle/>
                    <a:p>
                      <a:pPr algn="ctr" fontAlgn="b">
                        <a:buNone/>
                      </a:pPr>
                      <a:r>
                        <a:rPr lang="en-US" sz="2400" b="1" i="0" u="none" strike="noStrike" err="1">
                          <a:effectLst/>
                          <a:latin typeface="+mn-lt"/>
                        </a:rPr>
                        <a:t>Gesamt</a:t>
                      </a:r>
                      <a:endParaRPr lang="en-US" sz="2400" b="1"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3214822788"/>
                  </a:ext>
                </a:extLst>
              </a:tr>
              <a:tr h="280625">
                <a:tc vMerge="1">
                  <a:txBody>
                    <a:bodyPr/>
                    <a:lstStyle/>
                    <a:p>
                      <a:endParaRPr lang="en-US"/>
                    </a:p>
                  </a:txBody>
                  <a:tcPr/>
                </a:tc>
                <a:tc>
                  <a:txBody>
                    <a:bodyPr/>
                    <a:lstStyle/>
                    <a:p>
                      <a:pPr algn="l" fontAlgn="b">
                        <a:buNone/>
                      </a:pPr>
                      <a:r>
                        <a:rPr lang="en-US" sz="2400" b="1" i="0" u="none" strike="noStrike" err="1">
                          <a:effectLst/>
                          <a:latin typeface="+mn-lt"/>
                        </a:rPr>
                        <a:t>Gesamt</a:t>
                      </a:r>
                      <a:endParaRPr lang="en-US" sz="2400" b="1" i="0" u="none" strike="noStrike">
                        <a:solidFill>
                          <a:srgbClr val="000000"/>
                        </a:solidFill>
                        <a:effectLst/>
                        <a:latin typeface="+mn-lt"/>
                      </a:endParaRPr>
                    </a:p>
                  </a:txBody>
                  <a:tcPr marL="7620" marR="7620" marT="7620" marB="0" anchor="b"/>
                </a:tc>
                <a:tc>
                  <a:txBody>
                    <a:bodyPr/>
                    <a:lstStyle/>
                    <a:p>
                      <a:pPr algn="ctr" fontAlgn="b">
                        <a:buNone/>
                      </a:pPr>
                      <a:r>
                        <a:rPr lang="en-US" sz="2400" b="1" i="0" u="none" strike="noStrike">
                          <a:solidFill>
                            <a:srgbClr val="000000"/>
                          </a:solidFill>
                          <a:effectLst/>
                          <a:latin typeface="+mn-lt"/>
                        </a:rPr>
                        <a:t>100</a:t>
                      </a:r>
                    </a:p>
                  </a:txBody>
                  <a:tcPr marL="7620" marR="7620" marT="7620" marB="0" anchor="b"/>
                </a:tc>
                <a:tc>
                  <a:txBody>
                    <a:bodyPr/>
                    <a:lstStyle/>
                    <a:p>
                      <a:pPr algn="ctr" fontAlgn="b">
                        <a:buNone/>
                      </a:pPr>
                      <a:r>
                        <a:rPr lang="en-US" sz="2400" b="1" i="1" u="none" strike="noStrike">
                          <a:solidFill>
                            <a:srgbClr val="000000"/>
                          </a:solidFill>
                          <a:effectLst/>
                          <a:latin typeface="+mn-lt"/>
                        </a:rPr>
                        <a:t>371</a:t>
                      </a:r>
                    </a:p>
                  </a:txBody>
                  <a:tcPr marL="7620" marR="7620" marT="7620" marB="0" anchor="b"/>
                </a:tc>
                <a:tc>
                  <a:txBody>
                    <a:bodyPr/>
                    <a:lstStyle/>
                    <a:p>
                      <a:pPr algn="ctr" fontAlgn="b">
                        <a:buNone/>
                      </a:pPr>
                      <a:r>
                        <a:rPr lang="en-US" sz="2400" b="1" i="0" u="none" strike="noStrike">
                          <a:solidFill>
                            <a:srgbClr val="000000"/>
                          </a:solidFill>
                          <a:effectLst/>
                          <a:latin typeface="+mn-lt"/>
                        </a:rPr>
                        <a:t>471</a:t>
                      </a:r>
                    </a:p>
                  </a:txBody>
                  <a:tcPr marL="7620" marR="7620" marT="7620" marB="0" anchor="b"/>
                </a:tc>
                <a:extLst>
                  <a:ext uri="{0D108BD9-81ED-4DB2-BD59-A6C34878D82A}">
                    <a16:rowId xmlns:a16="http://schemas.microsoft.com/office/drawing/2014/main" val="3513432642"/>
                  </a:ext>
                </a:extLst>
              </a:tr>
              <a:tr h="314312">
                <a:tc vMerge="1">
                  <a:txBody>
                    <a:bodyPr/>
                    <a:lstStyle/>
                    <a:p>
                      <a:endParaRPr lang="en-US"/>
                    </a:p>
                  </a:txBody>
                  <a:tcPr/>
                </a:tc>
                <a:tc>
                  <a:txBody>
                    <a:bodyPr/>
                    <a:lstStyle/>
                    <a:p>
                      <a:pPr algn="l" fontAlgn="b">
                        <a:buNone/>
                      </a:pPr>
                      <a:r>
                        <a:rPr lang="de-CH" sz="2400" b="0" i="0" u="none" strike="noStrike">
                          <a:solidFill>
                            <a:schemeClr val="tx1">
                              <a:lumMod val="65000"/>
                              <a:lumOff val="35000"/>
                            </a:schemeClr>
                          </a:solidFill>
                          <a:effectLst/>
                          <a:latin typeface="+mn-lt"/>
                        </a:rPr>
                        <a:t>nie wieder gesehen</a:t>
                      </a:r>
                      <a:endParaRPr lang="en-US" sz="2400" b="0" i="0" u="none" strike="noStrike">
                        <a:solidFill>
                          <a:schemeClr val="tx1">
                            <a:lumMod val="65000"/>
                            <a:lumOff val="35000"/>
                          </a:schemeClr>
                        </a:solidFill>
                        <a:effectLst/>
                        <a:latin typeface="+mn-lt"/>
                      </a:endParaRPr>
                    </a:p>
                  </a:txBody>
                  <a:tcPr marL="7620" marR="7620" marT="7620" marB="0" anchor="b"/>
                </a:tc>
                <a:tc>
                  <a:txBody>
                    <a:bodyPr/>
                    <a:lstStyle/>
                    <a:p>
                      <a:pPr algn="ctr" fontAlgn="b">
                        <a:buNone/>
                      </a:pPr>
                      <a:r>
                        <a:rPr lang="en-US" sz="2400" b="0" i="0" u="none" strike="noStrike">
                          <a:solidFill>
                            <a:srgbClr val="000000"/>
                          </a:solidFill>
                          <a:effectLst/>
                          <a:latin typeface="+mn-lt"/>
                        </a:rPr>
                        <a:t>81</a:t>
                      </a:r>
                    </a:p>
                  </a:txBody>
                  <a:tcPr marL="7620" marR="7620" marT="7620" marB="0" anchor="b"/>
                </a:tc>
                <a:tc>
                  <a:txBody>
                    <a:bodyPr/>
                    <a:lstStyle/>
                    <a:p>
                      <a:pPr algn="ctr" fontAlgn="b">
                        <a:buNone/>
                      </a:pPr>
                      <a:r>
                        <a:rPr lang="en-US" sz="2400" b="0" i="1" u="none" strike="noStrike">
                          <a:solidFill>
                            <a:srgbClr val="000000"/>
                          </a:solidFill>
                          <a:effectLst/>
                          <a:latin typeface="+mn-lt"/>
                        </a:rPr>
                        <a:t>289</a:t>
                      </a:r>
                    </a:p>
                  </a:txBody>
                  <a:tcPr marL="7620" marR="7620" marT="7620" marB="0" anchor="b"/>
                </a:tc>
                <a:tc>
                  <a:txBody>
                    <a:bodyPr/>
                    <a:lstStyle/>
                    <a:p>
                      <a:pPr algn="ctr" fontAlgn="b">
                        <a:buNone/>
                      </a:pPr>
                      <a:r>
                        <a:rPr lang="en-US" sz="2400" b="0" i="0" u="none" strike="noStrike">
                          <a:solidFill>
                            <a:srgbClr val="000000"/>
                          </a:solidFill>
                          <a:effectLst/>
                          <a:latin typeface="+mn-lt"/>
                        </a:rPr>
                        <a:t>370</a:t>
                      </a:r>
                    </a:p>
                  </a:txBody>
                  <a:tcPr marL="7620" marR="7620" marT="7620" marB="0" anchor="b"/>
                </a:tc>
                <a:extLst>
                  <a:ext uri="{0D108BD9-81ED-4DB2-BD59-A6C34878D82A}">
                    <a16:rowId xmlns:a16="http://schemas.microsoft.com/office/drawing/2014/main" val="696682530"/>
                  </a:ext>
                </a:extLst>
              </a:tr>
              <a:tr h="280625">
                <a:tc rowSpan="6">
                  <a:txBody>
                    <a:bodyPr/>
                    <a:lstStyle/>
                    <a:p>
                      <a:pPr algn="l" fontAlgn="ctr">
                        <a:buNone/>
                      </a:pPr>
                      <a:r>
                        <a:rPr lang="en-US" sz="2400" i="0" u="none" strike="noStrike">
                          <a:effectLst/>
                          <a:latin typeface="+mn-lt"/>
                        </a:rPr>
                        <a:t> </a:t>
                      </a:r>
                      <a:r>
                        <a:rPr lang="en-US" sz="2400" i="0" u="none" strike="noStrike" err="1">
                          <a:effectLst/>
                          <a:latin typeface="+mn-lt"/>
                        </a:rPr>
                        <a:t>Erlegt</a:t>
                      </a:r>
                      <a:endParaRPr lang="en-US" sz="2400" b="1" i="0" u="none" strike="noStrike">
                        <a:solidFill>
                          <a:srgbClr val="000000"/>
                        </a:solidFill>
                        <a:effectLst/>
                        <a:latin typeface="+mn-lt"/>
                      </a:endParaRPr>
                    </a:p>
                  </a:txBody>
                  <a:tcPr marL="7620" marR="7620" marT="7620" marB="0" anchor="ctr"/>
                </a:tc>
                <a:tc>
                  <a:txBody>
                    <a:bodyPr/>
                    <a:lstStyle/>
                    <a:p>
                      <a:pPr algn="l" fontAlgn="b">
                        <a:buNone/>
                      </a:pPr>
                      <a:r>
                        <a:rPr lang="en-US" sz="2400" b="1" i="0" u="none" strike="noStrike" err="1">
                          <a:effectLst/>
                          <a:latin typeface="+mn-lt"/>
                        </a:rPr>
                        <a:t>Gesamt</a:t>
                      </a:r>
                      <a:endParaRPr lang="en-US" sz="2400" b="1" i="0" u="none" strike="noStrike">
                        <a:solidFill>
                          <a:srgbClr val="000000"/>
                        </a:solidFill>
                        <a:effectLst/>
                        <a:latin typeface="+mn-lt"/>
                      </a:endParaRPr>
                    </a:p>
                  </a:txBody>
                  <a:tcPr marL="7620" marR="7620" marT="7620" marB="0" anchor="b"/>
                </a:tc>
                <a:tc>
                  <a:txBody>
                    <a:bodyPr/>
                    <a:lstStyle/>
                    <a:p>
                      <a:pPr algn="ctr" fontAlgn="b">
                        <a:buNone/>
                      </a:pPr>
                      <a:r>
                        <a:rPr lang="en-US" sz="2400" b="1" i="0" u="none" strike="noStrike">
                          <a:solidFill>
                            <a:srgbClr val="000000"/>
                          </a:solidFill>
                          <a:effectLst/>
                          <a:latin typeface="+mn-lt"/>
                        </a:rPr>
                        <a:t>19</a:t>
                      </a:r>
                    </a:p>
                  </a:txBody>
                  <a:tcPr marL="7620" marR="7620" marT="7620" marB="0" anchor="b"/>
                </a:tc>
                <a:tc>
                  <a:txBody>
                    <a:bodyPr/>
                    <a:lstStyle/>
                    <a:p>
                      <a:pPr algn="ctr" fontAlgn="b">
                        <a:buNone/>
                      </a:pPr>
                      <a:r>
                        <a:rPr lang="en-US" sz="2400" b="1" i="1" u="none" strike="noStrike">
                          <a:solidFill>
                            <a:srgbClr val="000000"/>
                          </a:solidFill>
                          <a:effectLst/>
                          <a:latin typeface="+mn-lt"/>
                        </a:rPr>
                        <a:t>82</a:t>
                      </a:r>
                    </a:p>
                  </a:txBody>
                  <a:tcPr marL="7620" marR="7620" marT="7620" marB="0" anchor="b"/>
                </a:tc>
                <a:tc>
                  <a:txBody>
                    <a:bodyPr/>
                    <a:lstStyle/>
                    <a:p>
                      <a:pPr algn="ctr" fontAlgn="b">
                        <a:buNone/>
                      </a:pPr>
                      <a:r>
                        <a:rPr lang="en-US" sz="2400" b="1" i="0" u="none" strike="noStrike">
                          <a:solidFill>
                            <a:srgbClr val="000000"/>
                          </a:solidFill>
                          <a:effectLst/>
                          <a:latin typeface="+mn-lt"/>
                        </a:rPr>
                        <a:t>101</a:t>
                      </a:r>
                    </a:p>
                  </a:txBody>
                  <a:tcPr marL="7620" marR="7620" marT="7620" marB="0" anchor="b"/>
                </a:tc>
                <a:extLst>
                  <a:ext uri="{0D108BD9-81ED-4DB2-BD59-A6C34878D82A}">
                    <a16:rowId xmlns:a16="http://schemas.microsoft.com/office/drawing/2014/main" val="1269991529"/>
                  </a:ext>
                </a:extLst>
              </a:tr>
              <a:tr h="280625">
                <a:tc vMerge="1">
                  <a:txBody>
                    <a:bodyPr/>
                    <a:lstStyle/>
                    <a:p>
                      <a:endParaRPr lang="en-US"/>
                    </a:p>
                  </a:txBody>
                  <a:tcPr/>
                </a:tc>
                <a:tc>
                  <a:txBody>
                    <a:bodyPr/>
                    <a:lstStyle/>
                    <a:p>
                      <a:pPr algn="l" fontAlgn="b">
                        <a:buNone/>
                      </a:pPr>
                      <a:r>
                        <a:rPr lang="en-US" sz="2400" i="0" u="none" strike="noStrike">
                          <a:solidFill>
                            <a:schemeClr val="tx1">
                              <a:lumMod val="65000"/>
                              <a:lumOff val="35000"/>
                            </a:schemeClr>
                          </a:solidFill>
                          <a:effectLst/>
                          <a:latin typeface="+mn-lt"/>
                        </a:rPr>
                        <a:t>Schweiz</a:t>
                      </a:r>
                      <a:endParaRPr lang="en-US" sz="2400" b="0" i="0" u="none" strike="noStrike">
                        <a:solidFill>
                          <a:schemeClr val="tx1">
                            <a:lumMod val="65000"/>
                            <a:lumOff val="35000"/>
                          </a:schemeClr>
                        </a:solidFill>
                        <a:effectLst/>
                        <a:latin typeface="+mn-lt"/>
                      </a:endParaRPr>
                    </a:p>
                  </a:txBody>
                  <a:tcPr marL="7620" marR="7620" marT="7620" marB="0" anchor="b"/>
                </a:tc>
                <a:tc>
                  <a:txBody>
                    <a:bodyPr/>
                    <a:lstStyle/>
                    <a:p>
                      <a:pPr algn="ctr" fontAlgn="b">
                        <a:buNone/>
                      </a:pPr>
                      <a:r>
                        <a:rPr lang="en-US" sz="2400" b="0" i="0" u="none" strike="noStrike">
                          <a:solidFill>
                            <a:srgbClr val="000000"/>
                          </a:solidFill>
                          <a:effectLst/>
                          <a:latin typeface="+mn-lt"/>
                        </a:rPr>
                        <a:t>1</a:t>
                      </a:r>
                    </a:p>
                  </a:txBody>
                  <a:tcPr marL="7620" marR="7620" marT="7620" marB="0" anchor="b"/>
                </a:tc>
                <a:tc>
                  <a:txBody>
                    <a:bodyPr/>
                    <a:lstStyle/>
                    <a:p>
                      <a:pPr algn="ctr" fontAlgn="b">
                        <a:buNone/>
                      </a:pPr>
                      <a:r>
                        <a:rPr lang="en-US" sz="2400" b="0" i="1" u="none" strike="noStrike">
                          <a:solidFill>
                            <a:srgbClr val="000000"/>
                          </a:solidFill>
                          <a:effectLst/>
                          <a:latin typeface="+mn-lt"/>
                        </a:rPr>
                        <a:t>5</a:t>
                      </a:r>
                    </a:p>
                  </a:txBody>
                  <a:tcPr marL="7620" marR="7620" marT="7620" marB="0" anchor="b"/>
                </a:tc>
                <a:tc>
                  <a:txBody>
                    <a:bodyPr/>
                    <a:lstStyle/>
                    <a:p>
                      <a:pPr algn="ctr" fontAlgn="b">
                        <a:buNone/>
                      </a:pPr>
                      <a:r>
                        <a:rPr lang="en-US" sz="2400" b="0" i="0" u="none" strike="noStrike">
                          <a:solidFill>
                            <a:srgbClr val="000000"/>
                          </a:solidFill>
                          <a:effectLst/>
                          <a:latin typeface="+mn-lt"/>
                        </a:rPr>
                        <a:t>6</a:t>
                      </a:r>
                    </a:p>
                  </a:txBody>
                  <a:tcPr marL="7620" marR="7620" marT="7620" marB="0" anchor="b"/>
                </a:tc>
                <a:extLst>
                  <a:ext uri="{0D108BD9-81ED-4DB2-BD59-A6C34878D82A}">
                    <a16:rowId xmlns:a16="http://schemas.microsoft.com/office/drawing/2014/main" val="3724446571"/>
                  </a:ext>
                </a:extLst>
              </a:tr>
              <a:tr h="280625">
                <a:tc vMerge="1">
                  <a:txBody>
                    <a:bodyPr/>
                    <a:lstStyle/>
                    <a:p>
                      <a:endParaRPr lang="en-US"/>
                    </a:p>
                  </a:txBody>
                  <a:tcPr/>
                </a:tc>
                <a:tc>
                  <a:txBody>
                    <a:bodyPr/>
                    <a:lstStyle/>
                    <a:p>
                      <a:pPr algn="l" fontAlgn="b">
                        <a:buNone/>
                      </a:pPr>
                      <a:r>
                        <a:rPr lang="en-US" sz="2400" i="0" u="none" strike="noStrike" err="1">
                          <a:solidFill>
                            <a:schemeClr val="tx1">
                              <a:lumMod val="65000"/>
                              <a:lumOff val="35000"/>
                            </a:schemeClr>
                          </a:solidFill>
                          <a:effectLst/>
                          <a:latin typeface="+mn-lt"/>
                        </a:rPr>
                        <a:t>Nordost</a:t>
                      </a:r>
                      <a:r>
                        <a:rPr lang="en-US" sz="2400" i="0" u="none" strike="noStrike">
                          <a:solidFill>
                            <a:schemeClr val="tx1">
                              <a:lumMod val="65000"/>
                              <a:lumOff val="35000"/>
                            </a:schemeClr>
                          </a:solidFill>
                          <a:effectLst/>
                          <a:latin typeface="+mn-lt"/>
                        </a:rPr>
                        <a:t> </a:t>
                      </a:r>
                      <a:r>
                        <a:rPr lang="en-US" sz="2400" i="0" u="none" strike="noStrike" err="1">
                          <a:solidFill>
                            <a:schemeClr val="tx1">
                              <a:lumMod val="65000"/>
                              <a:lumOff val="35000"/>
                            </a:schemeClr>
                          </a:solidFill>
                          <a:effectLst/>
                          <a:latin typeface="+mn-lt"/>
                        </a:rPr>
                        <a:t>Frankreich</a:t>
                      </a:r>
                      <a:endParaRPr lang="en-US" sz="2400" b="0" i="0" u="none" strike="noStrike">
                        <a:solidFill>
                          <a:schemeClr val="tx1">
                            <a:lumMod val="65000"/>
                            <a:lumOff val="35000"/>
                          </a:schemeClr>
                        </a:solidFill>
                        <a:effectLst/>
                        <a:latin typeface="+mn-lt"/>
                      </a:endParaRPr>
                    </a:p>
                  </a:txBody>
                  <a:tcPr marL="7620" marR="7620" marT="7620" marB="0" anchor="b"/>
                </a:tc>
                <a:tc>
                  <a:txBody>
                    <a:bodyPr/>
                    <a:lstStyle/>
                    <a:p>
                      <a:pPr algn="ctr" fontAlgn="b">
                        <a:buNone/>
                      </a:pPr>
                      <a:r>
                        <a:rPr lang="en-US" sz="2400" b="0" i="0" u="none" strike="noStrike">
                          <a:solidFill>
                            <a:srgbClr val="000000"/>
                          </a:solidFill>
                          <a:effectLst/>
                          <a:latin typeface="+mn-lt"/>
                        </a:rPr>
                        <a:t>9</a:t>
                      </a:r>
                    </a:p>
                  </a:txBody>
                  <a:tcPr marL="7620" marR="7620" marT="7620" marB="0" anchor="b"/>
                </a:tc>
                <a:tc>
                  <a:txBody>
                    <a:bodyPr/>
                    <a:lstStyle/>
                    <a:p>
                      <a:pPr algn="ctr" fontAlgn="b">
                        <a:buNone/>
                      </a:pPr>
                      <a:r>
                        <a:rPr lang="en-US" sz="2400" b="0" i="1" u="none" strike="noStrike">
                          <a:solidFill>
                            <a:srgbClr val="000000"/>
                          </a:solidFill>
                          <a:effectLst/>
                          <a:latin typeface="+mn-lt"/>
                        </a:rPr>
                        <a:t>20</a:t>
                      </a:r>
                    </a:p>
                  </a:txBody>
                  <a:tcPr marL="7620" marR="7620" marT="7620" marB="0" anchor="b"/>
                </a:tc>
                <a:tc>
                  <a:txBody>
                    <a:bodyPr/>
                    <a:lstStyle/>
                    <a:p>
                      <a:pPr algn="ctr" fontAlgn="b">
                        <a:buNone/>
                      </a:pPr>
                      <a:r>
                        <a:rPr lang="en-US" sz="2400" b="0" i="0" u="none" strike="noStrike">
                          <a:solidFill>
                            <a:srgbClr val="000000"/>
                          </a:solidFill>
                          <a:effectLst/>
                          <a:latin typeface="+mn-lt"/>
                        </a:rPr>
                        <a:t>29</a:t>
                      </a:r>
                    </a:p>
                  </a:txBody>
                  <a:tcPr marL="7620" marR="7620" marT="7620" marB="0" anchor="b"/>
                </a:tc>
                <a:extLst>
                  <a:ext uri="{0D108BD9-81ED-4DB2-BD59-A6C34878D82A}">
                    <a16:rowId xmlns:a16="http://schemas.microsoft.com/office/drawing/2014/main" val="255109852"/>
                  </a:ext>
                </a:extLst>
              </a:tr>
              <a:tr h="280625">
                <a:tc vMerge="1">
                  <a:txBody>
                    <a:bodyPr/>
                    <a:lstStyle/>
                    <a:p>
                      <a:endParaRPr lang="en-US"/>
                    </a:p>
                  </a:txBody>
                  <a:tcPr/>
                </a:tc>
                <a:tc>
                  <a:txBody>
                    <a:bodyPr/>
                    <a:lstStyle/>
                    <a:p>
                      <a:pPr algn="l" fontAlgn="b">
                        <a:buNone/>
                      </a:pPr>
                      <a:r>
                        <a:rPr lang="en-US" sz="2400" i="0" u="none" strike="noStrike" err="1">
                          <a:solidFill>
                            <a:schemeClr val="tx1">
                              <a:lumMod val="65000"/>
                              <a:lumOff val="35000"/>
                            </a:schemeClr>
                          </a:solidFill>
                          <a:effectLst/>
                          <a:latin typeface="+mn-lt"/>
                        </a:rPr>
                        <a:t>Frankreich</a:t>
                      </a:r>
                      <a:r>
                        <a:rPr lang="en-US" sz="2400" i="0" u="none" strike="noStrike">
                          <a:solidFill>
                            <a:schemeClr val="tx1">
                              <a:lumMod val="65000"/>
                              <a:lumOff val="35000"/>
                            </a:schemeClr>
                          </a:solidFill>
                          <a:effectLst/>
                          <a:latin typeface="+mn-lt"/>
                        </a:rPr>
                        <a:t> (Rest)</a:t>
                      </a:r>
                      <a:endParaRPr lang="en-US" sz="2400" b="0" i="0" u="none" strike="noStrike">
                        <a:solidFill>
                          <a:schemeClr val="tx1">
                            <a:lumMod val="65000"/>
                            <a:lumOff val="35000"/>
                          </a:schemeClr>
                        </a:solidFill>
                        <a:effectLst/>
                        <a:latin typeface="+mn-lt"/>
                      </a:endParaRPr>
                    </a:p>
                  </a:txBody>
                  <a:tcPr marL="7620" marR="7620" marT="7620" marB="0" anchor="b"/>
                </a:tc>
                <a:tc>
                  <a:txBody>
                    <a:bodyPr/>
                    <a:lstStyle/>
                    <a:p>
                      <a:pPr algn="ctr" fontAlgn="b">
                        <a:buNone/>
                      </a:pPr>
                      <a:r>
                        <a:rPr lang="en-US" sz="2400" b="0" i="0" u="none" strike="noStrike">
                          <a:solidFill>
                            <a:srgbClr val="000000"/>
                          </a:solidFill>
                          <a:effectLst/>
                          <a:latin typeface="+mn-lt"/>
                        </a:rPr>
                        <a:t>3</a:t>
                      </a:r>
                    </a:p>
                  </a:txBody>
                  <a:tcPr marL="7620" marR="7620" marT="7620" marB="0" anchor="b"/>
                </a:tc>
                <a:tc>
                  <a:txBody>
                    <a:bodyPr/>
                    <a:lstStyle/>
                    <a:p>
                      <a:pPr algn="ctr" fontAlgn="b">
                        <a:buNone/>
                      </a:pPr>
                      <a:r>
                        <a:rPr lang="en-US" sz="2400" b="0" i="1" u="none" strike="noStrike">
                          <a:solidFill>
                            <a:srgbClr val="000000"/>
                          </a:solidFill>
                          <a:effectLst/>
                          <a:latin typeface="+mn-lt"/>
                        </a:rPr>
                        <a:t>38</a:t>
                      </a:r>
                    </a:p>
                  </a:txBody>
                  <a:tcPr marL="7620" marR="7620" marT="7620" marB="0" anchor="b"/>
                </a:tc>
                <a:tc>
                  <a:txBody>
                    <a:bodyPr/>
                    <a:lstStyle/>
                    <a:p>
                      <a:pPr algn="ctr" fontAlgn="b">
                        <a:buNone/>
                      </a:pPr>
                      <a:r>
                        <a:rPr lang="en-US" sz="2400" b="0" i="0" u="none" strike="noStrike">
                          <a:solidFill>
                            <a:srgbClr val="000000"/>
                          </a:solidFill>
                          <a:effectLst/>
                          <a:latin typeface="+mn-lt"/>
                        </a:rPr>
                        <a:t>41</a:t>
                      </a:r>
                    </a:p>
                  </a:txBody>
                  <a:tcPr marL="7620" marR="7620" marT="7620" marB="0" anchor="b"/>
                </a:tc>
                <a:extLst>
                  <a:ext uri="{0D108BD9-81ED-4DB2-BD59-A6C34878D82A}">
                    <a16:rowId xmlns:a16="http://schemas.microsoft.com/office/drawing/2014/main" val="1943830364"/>
                  </a:ext>
                </a:extLst>
              </a:tr>
              <a:tr h="280625">
                <a:tc vMerge="1">
                  <a:txBody>
                    <a:bodyPr/>
                    <a:lstStyle/>
                    <a:p>
                      <a:endParaRPr lang="en-US"/>
                    </a:p>
                  </a:txBody>
                  <a:tcPr/>
                </a:tc>
                <a:tc>
                  <a:txBody>
                    <a:bodyPr/>
                    <a:lstStyle/>
                    <a:p>
                      <a:pPr algn="l" fontAlgn="b">
                        <a:buNone/>
                      </a:pPr>
                      <a:r>
                        <a:rPr lang="en-US" sz="2400" i="0" u="none" strike="noStrike" err="1">
                          <a:solidFill>
                            <a:schemeClr val="tx1">
                              <a:lumMod val="65000"/>
                              <a:lumOff val="35000"/>
                            </a:schemeClr>
                          </a:solidFill>
                          <a:effectLst/>
                          <a:latin typeface="+mn-lt"/>
                        </a:rPr>
                        <a:t>Spanien</a:t>
                      </a:r>
                      <a:r>
                        <a:rPr lang="en-US" sz="2400" i="0" u="none" strike="noStrike">
                          <a:solidFill>
                            <a:schemeClr val="tx1">
                              <a:lumMod val="65000"/>
                              <a:lumOff val="35000"/>
                            </a:schemeClr>
                          </a:solidFill>
                          <a:effectLst/>
                          <a:latin typeface="+mn-lt"/>
                        </a:rPr>
                        <a:t> und Portugal</a:t>
                      </a:r>
                      <a:endParaRPr lang="en-US" sz="2400" b="0" i="0" u="none" strike="noStrike">
                        <a:solidFill>
                          <a:schemeClr val="tx1">
                            <a:lumMod val="65000"/>
                            <a:lumOff val="35000"/>
                          </a:schemeClr>
                        </a:solidFill>
                        <a:effectLst/>
                        <a:latin typeface="+mn-lt"/>
                      </a:endParaRPr>
                    </a:p>
                  </a:txBody>
                  <a:tcPr marL="7620" marR="7620" marT="7620" marB="0" anchor="b"/>
                </a:tc>
                <a:tc>
                  <a:txBody>
                    <a:bodyPr/>
                    <a:lstStyle/>
                    <a:p>
                      <a:pPr algn="ctr" fontAlgn="b">
                        <a:buNone/>
                      </a:pPr>
                      <a:r>
                        <a:rPr lang="en-US" sz="2400" b="0" i="0" u="none" strike="noStrike">
                          <a:solidFill>
                            <a:srgbClr val="000000"/>
                          </a:solidFill>
                          <a:effectLst/>
                          <a:latin typeface="+mn-lt"/>
                        </a:rPr>
                        <a:t>6</a:t>
                      </a:r>
                    </a:p>
                  </a:txBody>
                  <a:tcPr marL="7620" marR="7620" marT="7620" marB="0" anchor="b"/>
                </a:tc>
                <a:tc>
                  <a:txBody>
                    <a:bodyPr/>
                    <a:lstStyle/>
                    <a:p>
                      <a:pPr algn="ctr" fontAlgn="b">
                        <a:buNone/>
                      </a:pPr>
                      <a:r>
                        <a:rPr lang="en-US" sz="2400" b="0" i="1" u="none" strike="noStrike">
                          <a:solidFill>
                            <a:srgbClr val="000000"/>
                          </a:solidFill>
                          <a:effectLst/>
                          <a:latin typeface="+mn-lt"/>
                        </a:rPr>
                        <a:t>15</a:t>
                      </a:r>
                    </a:p>
                  </a:txBody>
                  <a:tcPr marL="7620" marR="7620" marT="7620" marB="0" anchor="b"/>
                </a:tc>
                <a:tc>
                  <a:txBody>
                    <a:bodyPr/>
                    <a:lstStyle/>
                    <a:p>
                      <a:pPr algn="ctr" fontAlgn="b">
                        <a:buNone/>
                      </a:pPr>
                      <a:r>
                        <a:rPr lang="en-US" sz="2400" b="0" i="0" u="none" strike="noStrike">
                          <a:solidFill>
                            <a:srgbClr val="000000"/>
                          </a:solidFill>
                          <a:effectLst/>
                          <a:latin typeface="+mn-lt"/>
                        </a:rPr>
                        <a:t>21</a:t>
                      </a:r>
                    </a:p>
                  </a:txBody>
                  <a:tcPr marL="7620" marR="7620" marT="7620" marB="0" anchor="b"/>
                </a:tc>
                <a:extLst>
                  <a:ext uri="{0D108BD9-81ED-4DB2-BD59-A6C34878D82A}">
                    <a16:rowId xmlns:a16="http://schemas.microsoft.com/office/drawing/2014/main" val="807716419"/>
                  </a:ext>
                </a:extLst>
              </a:tr>
              <a:tr h="280625">
                <a:tc vMerge="1">
                  <a:txBody>
                    <a:bodyPr/>
                    <a:lstStyle/>
                    <a:p>
                      <a:endParaRPr lang="en-US"/>
                    </a:p>
                  </a:txBody>
                  <a:tcPr/>
                </a:tc>
                <a:tc>
                  <a:txBody>
                    <a:bodyPr/>
                    <a:lstStyle/>
                    <a:p>
                      <a:pPr algn="l" fontAlgn="b">
                        <a:buNone/>
                      </a:pPr>
                      <a:r>
                        <a:rPr lang="en-US" sz="2400" i="0" u="none" strike="noStrike" err="1">
                          <a:solidFill>
                            <a:schemeClr val="tx1">
                              <a:lumMod val="65000"/>
                              <a:lumOff val="35000"/>
                            </a:schemeClr>
                          </a:solidFill>
                          <a:effectLst/>
                          <a:latin typeface="+mn-lt"/>
                        </a:rPr>
                        <a:t>Russland</a:t>
                      </a:r>
                      <a:endParaRPr lang="en-US" sz="2400" b="0" i="0" u="none" strike="noStrike">
                        <a:solidFill>
                          <a:schemeClr val="tx1">
                            <a:lumMod val="65000"/>
                            <a:lumOff val="35000"/>
                          </a:schemeClr>
                        </a:solidFill>
                        <a:effectLst/>
                        <a:latin typeface="+mn-lt"/>
                      </a:endParaRPr>
                    </a:p>
                  </a:txBody>
                  <a:tcPr marL="7620" marR="7620" marT="7620" marB="0" anchor="b"/>
                </a:tc>
                <a:tc>
                  <a:txBody>
                    <a:bodyPr/>
                    <a:lstStyle/>
                    <a:p>
                      <a:pPr algn="ctr" fontAlgn="b">
                        <a:buNone/>
                      </a:pPr>
                      <a:endParaRPr lang="en-US" sz="2400" b="0" i="0" u="none" strike="noStrike">
                        <a:solidFill>
                          <a:schemeClr val="tx1">
                            <a:lumMod val="65000"/>
                            <a:lumOff val="35000"/>
                          </a:schemeClr>
                        </a:solidFill>
                        <a:effectLst/>
                        <a:latin typeface="+mn-lt"/>
                      </a:endParaRPr>
                    </a:p>
                  </a:txBody>
                  <a:tcPr marL="7620" marR="7620" marT="7620" marB="0" anchor="b"/>
                </a:tc>
                <a:tc>
                  <a:txBody>
                    <a:bodyPr/>
                    <a:lstStyle/>
                    <a:p>
                      <a:pPr algn="ctr" fontAlgn="b">
                        <a:buNone/>
                      </a:pPr>
                      <a:r>
                        <a:rPr lang="de-CH" sz="2400" b="0" i="1" u="none" strike="noStrike">
                          <a:solidFill>
                            <a:schemeClr val="tx1">
                              <a:lumMod val="65000"/>
                              <a:lumOff val="35000"/>
                            </a:schemeClr>
                          </a:solidFill>
                          <a:effectLst/>
                          <a:latin typeface="+mn-lt"/>
                        </a:rPr>
                        <a:t>4</a:t>
                      </a:r>
                      <a:endParaRPr lang="en-US" sz="2400" b="0" i="1" u="none" strike="noStrike">
                        <a:solidFill>
                          <a:schemeClr val="tx1">
                            <a:lumMod val="65000"/>
                            <a:lumOff val="35000"/>
                          </a:schemeClr>
                        </a:solidFill>
                        <a:effectLst/>
                        <a:latin typeface="+mn-lt"/>
                      </a:endParaRPr>
                    </a:p>
                  </a:txBody>
                  <a:tcPr marL="7620" marR="7620" marT="7620" marB="0" anchor="b"/>
                </a:tc>
                <a:tc>
                  <a:txBody>
                    <a:bodyPr/>
                    <a:lstStyle/>
                    <a:p>
                      <a:pPr algn="ctr" fontAlgn="b">
                        <a:buNone/>
                      </a:pPr>
                      <a:r>
                        <a:rPr lang="en-US" sz="2400" b="0" i="0" u="none" strike="noStrike">
                          <a:solidFill>
                            <a:schemeClr val="tx1">
                              <a:lumMod val="65000"/>
                              <a:lumOff val="35000"/>
                            </a:schemeClr>
                          </a:solidFill>
                          <a:effectLst/>
                          <a:latin typeface="+mn-lt"/>
                        </a:rPr>
                        <a:t>4</a:t>
                      </a:r>
                    </a:p>
                  </a:txBody>
                  <a:tcPr marL="7620" marR="7620" marT="7620" marB="0" anchor="b"/>
                </a:tc>
                <a:extLst>
                  <a:ext uri="{0D108BD9-81ED-4DB2-BD59-A6C34878D82A}">
                    <a16:rowId xmlns:a16="http://schemas.microsoft.com/office/drawing/2014/main" val="1487443100"/>
                  </a:ext>
                </a:extLst>
              </a:tr>
            </a:tbl>
          </a:graphicData>
        </a:graphic>
      </p:graphicFrame>
      <p:sp>
        <p:nvSpPr>
          <p:cNvPr id="3" name="Rectangle 2">
            <a:extLst>
              <a:ext uri="{FF2B5EF4-FFF2-40B4-BE49-F238E27FC236}">
                <a16:creationId xmlns:a16="http://schemas.microsoft.com/office/drawing/2014/main" id="{E0D72448-1367-E3F8-142D-98A648F328D9}"/>
              </a:ext>
            </a:extLst>
          </p:cNvPr>
          <p:cNvSpPr/>
          <p:nvPr/>
        </p:nvSpPr>
        <p:spPr>
          <a:xfrm>
            <a:off x="5979695" y="2538663"/>
            <a:ext cx="5293894" cy="372979"/>
          </a:xfrm>
          <a:prstGeom prst="rect">
            <a:avLst/>
          </a:prstGeom>
          <a:solidFill>
            <a:srgbClr val="6699FF">
              <a:alpha val="29020"/>
            </a:srgbClr>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C297446-ADC2-B176-FAE5-EF02C7FF85F7}"/>
              </a:ext>
            </a:extLst>
          </p:cNvPr>
          <p:cNvSpPr/>
          <p:nvPr/>
        </p:nvSpPr>
        <p:spPr>
          <a:xfrm>
            <a:off x="5975680" y="2919668"/>
            <a:ext cx="5293894" cy="372979"/>
          </a:xfrm>
          <a:prstGeom prst="rect">
            <a:avLst/>
          </a:prstGeom>
          <a:solidFill>
            <a:srgbClr val="6699FF">
              <a:alpha val="29020"/>
            </a:srgbClr>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A989D6B-C75B-C19D-A5F1-CDCC4FFA80F4}"/>
              </a:ext>
            </a:extLst>
          </p:cNvPr>
          <p:cNvSpPr/>
          <p:nvPr/>
        </p:nvSpPr>
        <p:spPr>
          <a:xfrm>
            <a:off x="5975680" y="3306731"/>
            <a:ext cx="5293894" cy="372979"/>
          </a:xfrm>
          <a:prstGeom prst="rect">
            <a:avLst/>
          </a:prstGeom>
          <a:solidFill>
            <a:srgbClr val="6699FF">
              <a:alpha val="29020"/>
            </a:srgbClr>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9B1AE2D-5A0C-4917-C7CB-2AB3C61C1F56}"/>
              </a:ext>
            </a:extLst>
          </p:cNvPr>
          <p:cNvSpPr/>
          <p:nvPr/>
        </p:nvSpPr>
        <p:spPr>
          <a:xfrm>
            <a:off x="5975680" y="3662716"/>
            <a:ext cx="1471867" cy="372979"/>
          </a:xfrm>
          <a:prstGeom prst="rect">
            <a:avLst/>
          </a:prstGeom>
          <a:solidFill>
            <a:srgbClr val="6699FF">
              <a:alpha val="29020"/>
            </a:srgbClr>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5637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E0C66-DA4B-05A0-1611-CABCB509EE21}"/>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D24E4585-252E-5ED9-89E9-21A99F89726E}"/>
              </a:ext>
            </a:extLst>
          </p:cNvPr>
          <p:cNvPicPr>
            <a:picLocks noChangeAspect="1"/>
          </p:cNvPicPr>
          <p:nvPr/>
        </p:nvPicPr>
        <p:blipFill>
          <a:blip r:embed="rId3"/>
          <a:stretch>
            <a:fillRect/>
          </a:stretch>
        </p:blipFill>
        <p:spPr>
          <a:xfrm>
            <a:off x="2276856" y="1962654"/>
            <a:ext cx="6368425" cy="4681986"/>
          </a:xfrm>
          <a:prstGeom prst="rect">
            <a:avLst/>
          </a:prstGeom>
        </p:spPr>
      </p:pic>
      <p:sp>
        <p:nvSpPr>
          <p:cNvPr id="2" name="Titel 1">
            <a:extLst>
              <a:ext uri="{FF2B5EF4-FFF2-40B4-BE49-F238E27FC236}">
                <a16:creationId xmlns:a16="http://schemas.microsoft.com/office/drawing/2014/main" id="{3DB6FDF0-ACC7-7F67-8032-AF60BA74E756}"/>
              </a:ext>
            </a:extLst>
          </p:cNvPr>
          <p:cNvSpPr>
            <a:spLocks noGrp="1"/>
          </p:cNvSpPr>
          <p:nvPr>
            <p:ph type="title"/>
          </p:nvPr>
        </p:nvSpPr>
        <p:spPr>
          <a:xfrm>
            <a:off x="221974" y="360000"/>
            <a:ext cx="9741010" cy="1325563"/>
          </a:xfrm>
        </p:spPr>
        <p:txBody>
          <a:bodyPr>
            <a:normAutofit/>
          </a:bodyPr>
          <a:lstStyle/>
          <a:p>
            <a:r>
              <a:rPr lang="de-DE"/>
              <a:t>Waldschnepfen ziehen erst spät ab</a:t>
            </a:r>
          </a:p>
        </p:txBody>
      </p:sp>
      <p:sp>
        <p:nvSpPr>
          <p:cNvPr id="6" name="Inhaltsplatzhalter 2">
            <a:extLst>
              <a:ext uri="{FF2B5EF4-FFF2-40B4-BE49-F238E27FC236}">
                <a16:creationId xmlns:a16="http://schemas.microsoft.com/office/drawing/2014/main" id="{7222F008-376F-10F9-9220-3971EED7A51E}"/>
              </a:ext>
            </a:extLst>
          </p:cNvPr>
          <p:cNvSpPr>
            <a:spLocks noGrp="1"/>
          </p:cNvSpPr>
          <p:nvPr>
            <p:ph idx="1"/>
          </p:nvPr>
        </p:nvSpPr>
        <p:spPr>
          <a:xfrm>
            <a:off x="294199" y="693972"/>
            <a:ext cx="10888649" cy="1983181"/>
          </a:xfrm>
        </p:spPr>
        <p:txBody>
          <a:bodyPr>
            <a:normAutofit/>
          </a:bodyPr>
          <a:lstStyle/>
          <a:p>
            <a:r>
              <a:rPr lang="de-CH" sz="2400"/>
              <a:t>65 - 94% sind noch zu Beginn der Jagdsaison im Brutgebiet</a:t>
            </a:r>
          </a:p>
          <a:p>
            <a:r>
              <a:rPr lang="de-CH" sz="2400"/>
              <a:t>e</a:t>
            </a:r>
            <a:r>
              <a:rPr lang="de-CH" sz="2400" b="0" i="0">
                <a:effectLst/>
              </a:rPr>
              <a:t>rst Anfang Dezember sind 95% abgezogen</a:t>
            </a:r>
          </a:p>
          <a:p>
            <a:endParaRPr lang="de-DE" sz="2400"/>
          </a:p>
        </p:txBody>
      </p:sp>
      <p:cxnSp>
        <p:nvCxnSpPr>
          <p:cNvPr id="10" name="Straight Connector 9">
            <a:extLst>
              <a:ext uri="{FF2B5EF4-FFF2-40B4-BE49-F238E27FC236}">
                <a16:creationId xmlns:a16="http://schemas.microsoft.com/office/drawing/2014/main" id="{FA9C026D-3DB0-1780-9636-30D1AB965426}"/>
              </a:ext>
            </a:extLst>
          </p:cNvPr>
          <p:cNvCxnSpPr/>
          <p:nvPr/>
        </p:nvCxnSpPr>
        <p:spPr>
          <a:xfrm>
            <a:off x="4757768" y="3995447"/>
            <a:ext cx="0" cy="2184934"/>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E4C140-2FFB-3E99-E14B-AF434A3D3E39}"/>
              </a:ext>
            </a:extLst>
          </p:cNvPr>
          <p:cNvCxnSpPr/>
          <p:nvPr/>
        </p:nvCxnSpPr>
        <p:spPr>
          <a:xfrm>
            <a:off x="7817960" y="3995447"/>
            <a:ext cx="0" cy="2184934"/>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456859D-3EE6-D01C-DC89-3D15B38798D7}"/>
              </a:ext>
            </a:extLst>
          </p:cNvPr>
          <p:cNvSpPr/>
          <p:nvPr/>
        </p:nvSpPr>
        <p:spPr>
          <a:xfrm>
            <a:off x="5738523" y="2807208"/>
            <a:ext cx="1128616" cy="3356820"/>
          </a:xfrm>
          <a:prstGeom prst="rect">
            <a:avLst/>
          </a:prstGeom>
          <a:solidFill>
            <a:srgbClr val="EFE0D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414705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CF32-CC89-2F0B-72D8-0A4EF1450B2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ED664BB-FA82-199F-1326-1C50749F3311}"/>
              </a:ext>
            </a:extLst>
          </p:cNvPr>
          <p:cNvSpPr>
            <a:spLocks noGrp="1"/>
          </p:cNvSpPr>
          <p:nvPr>
            <p:ph type="title"/>
          </p:nvPr>
        </p:nvSpPr>
        <p:spPr>
          <a:xfrm>
            <a:off x="221974" y="360000"/>
            <a:ext cx="9741010" cy="1325563"/>
          </a:xfrm>
        </p:spPr>
        <p:txBody>
          <a:bodyPr>
            <a:normAutofit/>
          </a:bodyPr>
          <a:lstStyle/>
          <a:p>
            <a:r>
              <a:rPr lang="de-DE"/>
              <a:t>Abschuss erfolgt hauptsächlich zur Zugzeit</a:t>
            </a:r>
          </a:p>
        </p:txBody>
      </p:sp>
      <p:sp>
        <p:nvSpPr>
          <p:cNvPr id="6" name="Inhaltsplatzhalter 2">
            <a:extLst>
              <a:ext uri="{FF2B5EF4-FFF2-40B4-BE49-F238E27FC236}">
                <a16:creationId xmlns:a16="http://schemas.microsoft.com/office/drawing/2014/main" id="{F8A8883D-189D-7D16-97BC-64E432D89F71}"/>
              </a:ext>
            </a:extLst>
          </p:cNvPr>
          <p:cNvSpPr>
            <a:spLocks noGrp="1"/>
          </p:cNvSpPr>
          <p:nvPr>
            <p:ph idx="1"/>
          </p:nvPr>
        </p:nvSpPr>
        <p:spPr>
          <a:xfrm>
            <a:off x="294199" y="705647"/>
            <a:ext cx="10888649" cy="1983181"/>
          </a:xfrm>
        </p:spPr>
        <p:txBody>
          <a:bodyPr>
            <a:normAutofit/>
          </a:bodyPr>
          <a:lstStyle/>
          <a:p>
            <a:r>
              <a:rPr lang="en-US" sz="2400"/>
              <a:t>die </a:t>
            </a:r>
            <a:r>
              <a:rPr lang="en-US" sz="2400" err="1"/>
              <a:t>meisten</a:t>
            </a:r>
            <a:r>
              <a:rPr lang="en-US" sz="2400"/>
              <a:t> </a:t>
            </a:r>
            <a:r>
              <a:rPr lang="en-US" sz="2400" err="1"/>
              <a:t>Waldschnepfen</a:t>
            </a:r>
            <a:r>
              <a:rPr lang="en-US" sz="2400"/>
              <a:t> </a:t>
            </a:r>
            <a:r>
              <a:rPr lang="en-US" sz="2400" err="1"/>
              <a:t>werden</a:t>
            </a:r>
            <a:r>
              <a:rPr lang="en-US" sz="2400"/>
              <a:t> </a:t>
            </a:r>
            <a:r>
              <a:rPr lang="en-US" sz="2400" err="1"/>
              <a:t>zur</a:t>
            </a:r>
            <a:r>
              <a:rPr lang="en-US" sz="2400"/>
              <a:t> </a:t>
            </a:r>
            <a:r>
              <a:rPr lang="en-US" sz="2400" err="1"/>
              <a:t>Hauptzugzeit</a:t>
            </a:r>
            <a:r>
              <a:rPr lang="en-US" sz="2400"/>
              <a:t> erlegt</a:t>
            </a:r>
          </a:p>
          <a:p>
            <a:r>
              <a:rPr lang="en-US" sz="2400" err="1"/>
              <a:t>Verdünnungseffekt</a:t>
            </a:r>
            <a:r>
              <a:rPr lang="en-US" sz="2400"/>
              <a:t> </a:t>
            </a:r>
            <a:r>
              <a:rPr lang="en-US" sz="2400" err="1"/>
              <a:t>reduziert</a:t>
            </a:r>
            <a:r>
              <a:rPr lang="en-US" sz="2400"/>
              <a:t> </a:t>
            </a:r>
            <a:r>
              <a:rPr lang="en-US" sz="2400" err="1"/>
              <a:t>Jagddruck</a:t>
            </a:r>
            <a:r>
              <a:rPr lang="en-US" sz="2400"/>
              <a:t> auf </a:t>
            </a:r>
            <a:r>
              <a:rPr lang="en-US" sz="2400" err="1"/>
              <a:t>einheimische</a:t>
            </a:r>
            <a:r>
              <a:rPr lang="en-US" sz="2400"/>
              <a:t> </a:t>
            </a:r>
            <a:r>
              <a:rPr lang="en-US" sz="2400" err="1"/>
              <a:t>Brutvögel</a:t>
            </a:r>
            <a:endParaRPr lang="en-US" sz="2400"/>
          </a:p>
          <a:p>
            <a:endParaRPr lang="de-DE" sz="2400"/>
          </a:p>
        </p:txBody>
      </p:sp>
      <p:pic>
        <p:nvPicPr>
          <p:cNvPr id="4" name="Picture 3">
            <a:extLst>
              <a:ext uri="{FF2B5EF4-FFF2-40B4-BE49-F238E27FC236}">
                <a16:creationId xmlns:a16="http://schemas.microsoft.com/office/drawing/2014/main" id="{425D1B48-423C-0E34-12CD-6EAF381B584A}"/>
              </a:ext>
            </a:extLst>
          </p:cNvPr>
          <p:cNvPicPr>
            <a:picLocks noChangeAspect="1"/>
          </p:cNvPicPr>
          <p:nvPr/>
        </p:nvPicPr>
        <p:blipFill>
          <a:blip r:embed="rId3"/>
          <a:stretch>
            <a:fillRect/>
          </a:stretch>
        </p:blipFill>
        <p:spPr>
          <a:xfrm>
            <a:off x="1300247" y="2031210"/>
            <a:ext cx="8662737" cy="4702629"/>
          </a:xfrm>
          <a:prstGeom prst="rect">
            <a:avLst/>
          </a:prstGeom>
        </p:spPr>
      </p:pic>
    </p:spTree>
    <p:extLst>
      <p:ext uri="{BB962C8B-B14F-4D97-AF65-F5344CB8AC3E}">
        <p14:creationId xmlns:p14="http://schemas.microsoft.com/office/powerpoint/2010/main" val="388997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711FF-946A-3238-1764-2ADA143196E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A6E08A7-8DA3-1844-360E-0414C3A544AC}"/>
              </a:ext>
            </a:extLst>
          </p:cNvPr>
          <p:cNvSpPr>
            <a:spLocks noGrp="1"/>
          </p:cNvSpPr>
          <p:nvPr>
            <p:ph type="title"/>
          </p:nvPr>
        </p:nvSpPr>
        <p:spPr>
          <a:xfrm>
            <a:off x="221974" y="360000"/>
            <a:ext cx="9741010" cy="1325563"/>
          </a:xfrm>
        </p:spPr>
        <p:txBody>
          <a:bodyPr>
            <a:normAutofit/>
          </a:bodyPr>
          <a:lstStyle/>
          <a:p>
            <a:r>
              <a:rPr lang="de-DE"/>
              <a:t>Anteil der ausländischen Waldschnepfen</a:t>
            </a:r>
          </a:p>
        </p:txBody>
      </p:sp>
      <p:sp>
        <p:nvSpPr>
          <p:cNvPr id="6" name="Inhaltsplatzhalter 2">
            <a:extLst>
              <a:ext uri="{FF2B5EF4-FFF2-40B4-BE49-F238E27FC236}">
                <a16:creationId xmlns:a16="http://schemas.microsoft.com/office/drawing/2014/main" id="{446F41A3-C219-CAE2-A59E-D9FC7463C9FC}"/>
              </a:ext>
            </a:extLst>
          </p:cNvPr>
          <p:cNvSpPr>
            <a:spLocks noGrp="1"/>
          </p:cNvSpPr>
          <p:nvPr>
            <p:ph idx="1"/>
          </p:nvPr>
        </p:nvSpPr>
        <p:spPr>
          <a:xfrm>
            <a:off x="221974" y="213172"/>
            <a:ext cx="11593508" cy="2368663"/>
          </a:xfrm>
        </p:spPr>
        <p:txBody>
          <a:bodyPr>
            <a:normAutofit/>
          </a:bodyPr>
          <a:lstStyle/>
          <a:p>
            <a:r>
              <a:rPr lang="en-US" sz="2400"/>
              <a:t>von 842 </a:t>
            </a:r>
            <a:r>
              <a:rPr lang="en-US" sz="2400" err="1"/>
              <a:t>erlegten</a:t>
            </a:r>
            <a:r>
              <a:rPr lang="en-US" sz="2400"/>
              <a:t> </a:t>
            </a:r>
            <a:r>
              <a:rPr lang="en-US" sz="2400" err="1"/>
              <a:t>Individuen</a:t>
            </a:r>
            <a:r>
              <a:rPr lang="en-US" sz="2400"/>
              <a:t> </a:t>
            </a:r>
            <a:r>
              <a:rPr lang="en-US" sz="2400" err="1"/>
              <a:t>waren</a:t>
            </a:r>
            <a:r>
              <a:rPr lang="en-US" sz="2400"/>
              <a:t> 89% (46% - 99%) nicht </a:t>
            </a:r>
            <a:r>
              <a:rPr lang="en-US" sz="2400" err="1"/>
              <a:t>aus</a:t>
            </a:r>
            <a:r>
              <a:rPr lang="en-US" sz="2400"/>
              <a:t> der Schweiz</a:t>
            </a:r>
          </a:p>
        </p:txBody>
      </p:sp>
      <p:pic>
        <p:nvPicPr>
          <p:cNvPr id="5" name="Picture 4">
            <a:extLst>
              <a:ext uri="{FF2B5EF4-FFF2-40B4-BE49-F238E27FC236}">
                <a16:creationId xmlns:a16="http://schemas.microsoft.com/office/drawing/2014/main" id="{F1340E23-4C5C-24FB-C49F-1951A2119877}"/>
              </a:ext>
            </a:extLst>
          </p:cNvPr>
          <p:cNvPicPr>
            <a:picLocks noChangeAspect="1"/>
          </p:cNvPicPr>
          <p:nvPr/>
        </p:nvPicPr>
        <p:blipFill>
          <a:blip r:embed="rId3"/>
          <a:stretch>
            <a:fillRect/>
          </a:stretch>
        </p:blipFill>
        <p:spPr>
          <a:xfrm>
            <a:off x="650322" y="1685563"/>
            <a:ext cx="10345157" cy="4812437"/>
          </a:xfrm>
          <a:prstGeom prst="rect">
            <a:avLst/>
          </a:prstGeom>
        </p:spPr>
      </p:pic>
    </p:spTree>
    <p:extLst>
      <p:ext uri="{BB962C8B-B14F-4D97-AF65-F5344CB8AC3E}">
        <p14:creationId xmlns:p14="http://schemas.microsoft.com/office/powerpoint/2010/main" val="3697027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FA06C-E8A5-F962-5D0B-B8E1E94D045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168BC64-9672-53C5-177A-05CAFB2AE132}"/>
              </a:ext>
            </a:extLst>
          </p:cNvPr>
          <p:cNvSpPr>
            <a:spLocks noGrp="1"/>
          </p:cNvSpPr>
          <p:nvPr>
            <p:ph type="title"/>
          </p:nvPr>
        </p:nvSpPr>
        <p:spPr>
          <a:xfrm>
            <a:off x="221974" y="360000"/>
            <a:ext cx="9741010" cy="1325563"/>
          </a:xfrm>
        </p:spPr>
        <p:txBody>
          <a:bodyPr>
            <a:normAutofit/>
          </a:bodyPr>
          <a:lstStyle/>
          <a:p>
            <a:r>
              <a:rPr lang="de-DE"/>
              <a:t>Schätzung der jährlichen Jagdmortalität</a:t>
            </a:r>
          </a:p>
        </p:txBody>
      </p:sp>
      <p:sp>
        <p:nvSpPr>
          <p:cNvPr id="6" name="Inhaltsplatzhalter 2">
            <a:extLst>
              <a:ext uri="{FF2B5EF4-FFF2-40B4-BE49-F238E27FC236}">
                <a16:creationId xmlns:a16="http://schemas.microsoft.com/office/drawing/2014/main" id="{2676D909-369F-0A0B-6496-8D10E772CE24}"/>
              </a:ext>
            </a:extLst>
          </p:cNvPr>
          <p:cNvSpPr>
            <a:spLocks noGrp="1"/>
          </p:cNvSpPr>
          <p:nvPr>
            <p:ph idx="1"/>
          </p:nvPr>
        </p:nvSpPr>
        <p:spPr>
          <a:xfrm>
            <a:off x="294199" y="1022781"/>
            <a:ext cx="10888649" cy="3559118"/>
          </a:xfrm>
        </p:spPr>
        <p:txBody>
          <a:bodyPr>
            <a:normAutofit/>
          </a:bodyPr>
          <a:lstStyle/>
          <a:p>
            <a:r>
              <a:rPr lang="en-US" sz="2400"/>
              <a:t>Schweizer </a:t>
            </a:r>
            <a:r>
              <a:rPr lang="en-US" sz="2400" err="1"/>
              <a:t>Brutpopulation</a:t>
            </a:r>
            <a:r>
              <a:rPr lang="en-US" sz="2400"/>
              <a:t> ca. 2000 – 8000 </a:t>
            </a:r>
            <a:r>
              <a:rPr lang="en-US" sz="2400" err="1"/>
              <a:t>Waldschnepfen</a:t>
            </a:r>
            <a:endParaRPr lang="en-US" sz="2400"/>
          </a:p>
          <a:p>
            <a:r>
              <a:rPr lang="en-US" sz="2400"/>
              <a:t>pro Jahr </a:t>
            </a:r>
            <a:r>
              <a:rPr lang="en-US" sz="2400" err="1"/>
              <a:t>werden</a:t>
            </a:r>
            <a:r>
              <a:rPr lang="en-US" sz="2400"/>
              <a:t> </a:t>
            </a:r>
            <a:r>
              <a:rPr lang="en-US" sz="2400" b="1">
                <a:solidFill>
                  <a:srgbClr val="C00000"/>
                </a:solidFill>
              </a:rPr>
              <a:t>1820 </a:t>
            </a:r>
            <a:r>
              <a:rPr lang="en-US" sz="2400" err="1"/>
              <a:t>Waldschnepfen</a:t>
            </a:r>
            <a:r>
              <a:rPr lang="en-US" sz="2400"/>
              <a:t> </a:t>
            </a:r>
            <a:r>
              <a:rPr lang="en-US" sz="2400" err="1"/>
              <a:t>erlegt</a:t>
            </a:r>
            <a:r>
              <a:rPr lang="en-US" sz="2400"/>
              <a:t> (</a:t>
            </a:r>
            <a:r>
              <a:rPr lang="en-US" sz="2400" err="1"/>
              <a:t>Mittelwert</a:t>
            </a:r>
            <a:r>
              <a:rPr lang="en-US" sz="2400"/>
              <a:t> 1985 – 2024)</a:t>
            </a:r>
          </a:p>
          <a:p>
            <a:r>
              <a:rPr lang="en-US" sz="2400" err="1"/>
              <a:t>davon</a:t>
            </a:r>
            <a:r>
              <a:rPr lang="en-US" sz="2400"/>
              <a:t> </a:t>
            </a:r>
            <a:r>
              <a:rPr lang="en-US" sz="2400" err="1"/>
              <a:t>sind</a:t>
            </a:r>
            <a:r>
              <a:rPr lang="en-US" sz="2400"/>
              <a:t> ca. 0.2 - 54% </a:t>
            </a:r>
            <a:r>
              <a:rPr lang="en-US" sz="2400" err="1"/>
              <a:t>lokale</a:t>
            </a:r>
            <a:r>
              <a:rPr lang="en-US" sz="2400"/>
              <a:t> </a:t>
            </a:r>
            <a:r>
              <a:rPr lang="en-US" sz="2400" err="1"/>
              <a:t>Brutvögel</a:t>
            </a:r>
            <a:r>
              <a:rPr lang="en-US" sz="2400"/>
              <a:t> (= </a:t>
            </a:r>
            <a:r>
              <a:rPr lang="en-US" sz="2400" b="1">
                <a:solidFill>
                  <a:srgbClr val="C00000"/>
                </a:solidFill>
              </a:rPr>
              <a:t>36 - 983 </a:t>
            </a:r>
            <a:r>
              <a:rPr lang="en-US" sz="2400" b="1" err="1">
                <a:solidFill>
                  <a:srgbClr val="C00000"/>
                </a:solidFill>
              </a:rPr>
              <a:t>Waldschnepfen</a:t>
            </a:r>
            <a:r>
              <a:rPr lang="en-US" sz="2400"/>
              <a:t>)</a:t>
            </a:r>
          </a:p>
          <a:p>
            <a:r>
              <a:rPr lang="en-US" sz="2400" err="1"/>
              <a:t>davon</a:t>
            </a:r>
            <a:r>
              <a:rPr lang="en-US" sz="2400"/>
              <a:t> </a:t>
            </a:r>
            <a:r>
              <a:rPr lang="en-US" sz="2400" err="1"/>
              <a:t>sind</a:t>
            </a:r>
            <a:r>
              <a:rPr lang="en-US" sz="2400"/>
              <a:t> 28.8% </a:t>
            </a:r>
            <a:r>
              <a:rPr lang="en-US" sz="2400" err="1"/>
              <a:t>Altvögel</a:t>
            </a:r>
            <a:r>
              <a:rPr lang="en-US" sz="2400"/>
              <a:t> (= </a:t>
            </a:r>
            <a:r>
              <a:rPr lang="en-US" sz="2400" b="1">
                <a:solidFill>
                  <a:srgbClr val="C00000"/>
                </a:solidFill>
              </a:rPr>
              <a:t>10 - 283 </a:t>
            </a:r>
            <a:r>
              <a:rPr lang="en-US" sz="2400" b="1" err="1">
                <a:solidFill>
                  <a:srgbClr val="C00000"/>
                </a:solidFill>
              </a:rPr>
              <a:t>adulte</a:t>
            </a:r>
            <a:r>
              <a:rPr lang="en-US" sz="2400" b="1">
                <a:solidFill>
                  <a:srgbClr val="C00000"/>
                </a:solidFill>
              </a:rPr>
              <a:t> </a:t>
            </a:r>
            <a:r>
              <a:rPr lang="en-US" sz="2400" b="1" err="1">
                <a:solidFill>
                  <a:srgbClr val="C00000"/>
                </a:solidFill>
              </a:rPr>
              <a:t>Waldschnepfen</a:t>
            </a:r>
            <a:r>
              <a:rPr lang="en-US" sz="2400"/>
              <a:t>)</a:t>
            </a:r>
          </a:p>
          <a:p>
            <a:r>
              <a:rPr lang="en-US" sz="2400"/>
              <a:t>= </a:t>
            </a:r>
            <a:r>
              <a:rPr lang="en-US" sz="2400" b="1">
                <a:solidFill>
                  <a:srgbClr val="C00000"/>
                </a:solidFill>
              </a:rPr>
              <a:t>0.1 - 14% </a:t>
            </a:r>
            <a:r>
              <a:rPr lang="en-US" sz="2400"/>
              <a:t>der Schweizer </a:t>
            </a:r>
            <a:r>
              <a:rPr lang="en-US" sz="2400" err="1"/>
              <a:t>Brutpopulation</a:t>
            </a:r>
            <a:r>
              <a:rPr lang="en-US" sz="2400"/>
              <a:t> </a:t>
            </a:r>
            <a:r>
              <a:rPr lang="en-US" sz="2400" err="1"/>
              <a:t>wird</a:t>
            </a:r>
            <a:r>
              <a:rPr lang="en-US" sz="2400"/>
              <a:t> </a:t>
            </a:r>
            <a:r>
              <a:rPr lang="en-US" sz="2400" err="1"/>
              <a:t>jährlich</a:t>
            </a:r>
            <a:r>
              <a:rPr lang="en-US" sz="2400"/>
              <a:t> </a:t>
            </a:r>
            <a:r>
              <a:rPr lang="en-US" sz="2400" err="1"/>
              <a:t>erlegt</a:t>
            </a:r>
            <a:endParaRPr lang="en-US" sz="2400"/>
          </a:p>
        </p:txBody>
      </p:sp>
      <p:pic>
        <p:nvPicPr>
          <p:cNvPr id="3" name="Picture 2" descr="vogelwarte.ch - Jagd und Verfolgung durch den Menschen">
            <a:extLst>
              <a:ext uri="{FF2B5EF4-FFF2-40B4-BE49-F238E27FC236}">
                <a16:creationId xmlns:a16="http://schemas.microsoft.com/office/drawing/2014/main" id="{B79904CE-A1C1-99D2-D191-7349AEADB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469" y="4639757"/>
            <a:ext cx="3061728" cy="202831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Kleiner Vogel, große Jagd | PASSION Magazin">
            <a:extLst>
              <a:ext uri="{FF2B5EF4-FFF2-40B4-BE49-F238E27FC236}">
                <a16:creationId xmlns:a16="http://schemas.microsoft.com/office/drawing/2014/main" id="{E51DC293-AA8C-2FB6-DD83-9DFBB0FBD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7713" y="4640094"/>
            <a:ext cx="1579197" cy="20279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Caccia alla beccaccia 2020: le regine di Fiordimonte">
            <a:extLst>
              <a:ext uri="{FF2B5EF4-FFF2-40B4-BE49-F238E27FC236}">
                <a16:creationId xmlns:a16="http://schemas.microsoft.com/office/drawing/2014/main" id="{9EBF0324-D410-B39B-6301-25492F1C0E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77548" y="4640094"/>
            <a:ext cx="3605300" cy="2027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61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D2B4B-77E0-50C2-21C6-0924FE4D2612}"/>
            </a:ext>
          </a:extLst>
        </p:cNvPr>
        <p:cNvGrpSpPr/>
        <p:nvPr/>
      </p:nvGrpSpPr>
      <p:grpSpPr>
        <a:xfrm>
          <a:off x="0" y="0"/>
          <a:ext cx="0" cy="0"/>
          <a:chOff x="0" y="0"/>
          <a:chExt cx="0" cy="0"/>
        </a:xfrm>
      </p:grpSpPr>
      <p:pic>
        <p:nvPicPr>
          <p:cNvPr id="2050" name="Picture 2" descr="Woodcock flush in winter – Robert E Fuller">
            <a:extLst>
              <a:ext uri="{FF2B5EF4-FFF2-40B4-BE49-F238E27FC236}">
                <a16:creationId xmlns:a16="http://schemas.microsoft.com/office/drawing/2014/main" id="{7C8EB81C-FB58-AE10-345D-335BA01A1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458" y="3739886"/>
            <a:ext cx="3870162" cy="2753344"/>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932FEF85-AB07-8CAC-DA3E-AEB549AA01CA}"/>
              </a:ext>
            </a:extLst>
          </p:cNvPr>
          <p:cNvSpPr>
            <a:spLocks noGrp="1"/>
          </p:cNvSpPr>
          <p:nvPr>
            <p:ph type="title"/>
          </p:nvPr>
        </p:nvSpPr>
        <p:spPr>
          <a:xfrm>
            <a:off x="221974" y="360000"/>
            <a:ext cx="9741010" cy="1325563"/>
          </a:xfrm>
        </p:spPr>
        <p:txBody>
          <a:bodyPr>
            <a:normAutofit/>
          </a:bodyPr>
          <a:lstStyle/>
          <a:p>
            <a:r>
              <a:rPr lang="de-DE"/>
              <a:t>Auswirkung der Jagd schwer abzuschätzen</a:t>
            </a:r>
          </a:p>
        </p:txBody>
      </p:sp>
      <p:sp>
        <p:nvSpPr>
          <p:cNvPr id="6" name="Inhaltsplatzhalter 2">
            <a:extLst>
              <a:ext uri="{FF2B5EF4-FFF2-40B4-BE49-F238E27FC236}">
                <a16:creationId xmlns:a16="http://schemas.microsoft.com/office/drawing/2014/main" id="{E2500B9D-2DB6-17A4-1961-3CD82236E704}"/>
              </a:ext>
            </a:extLst>
          </p:cNvPr>
          <p:cNvSpPr>
            <a:spLocks noGrp="1"/>
          </p:cNvSpPr>
          <p:nvPr>
            <p:ph idx="1"/>
          </p:nvPr>
        </p:nvSpPr>
        <p:spPr>
          <a:xfrm>
            <a:off x="221974" y="1685563"/>
            <a:ext cx="11970026" cy="2753344"/>
          </a:xfrm>
        </p:spPr>
        <p:txBody>
          <a:bodyPr anchor="t" anchorCtr="0">
            <a:noAutofit/>
          </a:bodyPr>
          <a:lstStyle/>
          <a:p>
            <a:r>
              <a:rPr lang="en-US" sz="2800" err="1"/>
              <a:t>viele</a:t>
            </a:r>
            <a:r>
              <a:rPr lang="en-US" sz="2800"/>
              <a:t> </a:t>
            </a:r>
            <a:r>
              <a:rPr lang="en-US" sz="2800" err="1"/>
              <a:t>lokale</a:t>
            </a:r>
            <a:r>
              <a:rPr lang="en-US" sz="2800"/>
              <a:t> </a:t>
            </a:r>
            <a:r>
              <a:rPr lang="en-US" sz="2800" err="1"/>
              <a:t>Brutvögel</a:t>
            </a:r>
            <a:r>
              <a:rPr lang="en-US" sz="2800"/>
              <a:t> </a:t>
            </a:r>
            <a:r>
              <a:rPr lang="en-US" sz="2800" err="1"/>
              <a:t>sind</a:t>
            </a:r>
            <a:r>
              <a:rPr lang="en-US" sz="2800"/>
              <a:t> </a:t>
            </a:r>
            <a:r>
              <a:rPr lang="en-US" sz="2800" err="1"/>
              <a:t>zur</a:t>
            </a:r>
            <a:r>
              <a:rPr lang="en-US" sz="2800"/>
              <a:t> </a:t>
            </a:r>
            <a:r>
              <a:rPr lang="en-US" sz="2800" err="1"/>
              <a:t>Jagdzeit</a:t>
            </a:r>
            <a:r>
              <a:rPr lang="en-US" sz="2800"/>
              <a:t> </a:t>
            </a:r>
            <a:r>
              <a:rPr lang="en-US" sz="2800" err="1"/>
              <a:t>noch</a:t>
            </a:r>
            <a:r>
              <a:rPr lang="en-US" sz="2800"/>
              <a:t> </a:t>
            </a:r>
            <a:r>
              <a:rPr lang="en-US" sz="2800" err="1"/>
              <a:t>anwesend</a:t>
            </a:r>
            <a:endParaRPr lang="en-US" sz="2800"/>
          </a:p>
          <a:p>
            <a:r>
              <a:rPr lang="de-CH" sz="2800"/>
              <a:t>Verdünnungseffekt ist Hauptfaktor für geringen Anteil lokaler Vögel</a:t>
            </a:r>
            <a:endParaRPr lang="en-US" sz="2800"/>
          </a:p>
          <a:p>
            <a:r>
              <a:rPr lang="en-US" sz="2800" err="1"/>
              <a:t>Jagdmortalität</a:t>
            </a:r>
            <a:r>
              <a:rPr lang="en-US" sz="2800"/>
              <a:t> der Schweizer </a:t>
            </a:r>
            <a:r>
              <a:rPr lang="en-US" sz="2800" err="1"/>
              <a:t>Waldschnepfen</a:t>
            </a:r>
            <a:r>
              <a:rPr lang="en-US" sz="2800"/>
              <a:t> in </a:t>
            </a:r>
            <a:r>
              <a:rPr lang="en-US" sz="2800" err="1"/>
              <a:t>anderen</a:t>
            </a:r>
            <a:r>
              <a:rPr lang="en-US" sz="2800"/>
              <a:t> </a:t>
            </a:r>
            <a:r>
              <a:rPr lang="en-US" sz="2800" err="1"/>
              <a:t>Ländern</a:t>
            </a:r>
            <a:r>
              <a:rPr lang="en-US" sz="2800"/>
              <a:t> </a:t>
            </a:r>
            <a:r>
              <a:rPr lang="en-US" sz="2800" err="1"/>
              <a:t>höher</a:t>
            </a:r>
            <a:endParaRPr lang="en-US" sz="2800"/>
          </a:p>
          <a:p>
            <a:endParaRPr lang="de-DE" sz="2800"/>
          </a:p>
        </p:txBody>
      </p:sp>
      <p:pic>
        <p:nvPicPr>
          <p:cNvPr id="3" name="Picture 2" descr="A distant silence | Birds | The Guardian">
            <a:extLst>
              <a:ext uri="{FF2B5EF4-FFF2-40B4-BE49-F238E27FC236}">
                <a16:creationId xmlns:a16="http://schemas.microsoft.com/office/drawing/2014/main" id="{CA6AE2E2-6543-6574-71CA-A73A16C18A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6736" y="3773106"/>
            <a:ext cx="4541490" cy="2724894"/>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9782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A8CA7-6152-0B37-586A-A1CDFAD9EBF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1957EFD-9B83-9F3B-F186-B6E0AE9DEDBD}"/>
              </a:ext>
            </a:extLst>
          </p:cNvPr>
          <p:cNvSpPr>
            <a:spLocks noGrp="1"/>
          </p:cNvSpPr>
          <p:nvPr>
            <p:ph type="title"/>
          </p:nvPr>
        </p:nvSpPr>
        <p:spPr>
          <a:xfrm>
            <a:off x="221974" y="360000"/>
            <a:ext cx="9741010" cy="1325563"/>
          </a:xfrm>
        </p:spPr>
        <p:txBody>
          <a:bodyPr>
            <a:normAutofit/>
          </a:bodyPr>
          <a:lstStyle/>
          <a:p>
            <a:r>
              <a:rPr lang="de-DE"/>
              <a:t>Fazit zur Waldschnepfenjagd</a:t>
            </a:r>
          </a:p>
        </p:txBody>
      </p:sp>
      <p:sp>
        <p:nvSpPr>
          <p:cNvPr id="6" name="Inhaltsplatzhalter 2">
            <a:extLst>
              <a:ext uri="{FF2B5EF4-FFF2-40B4-BE49-F238E27FC236}">
                <a16:creationId xmlns:a16="http://schemas.microsoft.com/office/drawing/2014/main" id="{33B4D67F-5A85-0894-96FE-A97C8132EA34}"/>
              </a:ext>
            </a:extLst>
          </p:cNvPr>
          <p:cNvSpPr>
            <a:spLocks noGrp="1"/>
          </p:cNvSpPr>
          <p:nvPr>
            <p:ph idx="1"/>
          </p:nvPr>
        </p:nvSpPr>
        <p:spPr>
          <a:xfrm>
            <a:off x="221974" y="1047881"/>
            <a:ext cx="11845700" cy="3242924"/>
          </a:xfrm>
        </p:spPr>
        <p:txBody>
          <a:bodyPr>
            <a:normAutofit/>
          </a:bodyPr>
          <a:lstStyle/>
          <a:p>
            <a:r>
              <a:rPr lang="en-US" sz="2800" dirty="0"/>
              <a:t>Hoher </a:t>
            </a:r>
            <a:r>
              <a:rPr lang="en-US" sz="2800" dirty="0" err="1"/>
              <a:t>Anteil</a:t>
            </a:r>
            <a:r>
              <a:rPr lang="en-US" sz="2800" dirty="0"/>
              <a:t> </a:t>
            </a:r>
            <a:r>
              <a:rPr lang="en-US" sz="2800" dirty="0" err="1"/>
              <a:t>ausländischer</a:t>
            </a:r>
            <a:r>
              <a:rPr lang="en-US" sz="2800" dirty="0"/>
              <a:t> </a:t>
            </a:r>
            <a:r>
              <a:rPr lang="en-US" sz="2800" dirty="0" err="1"/>
              <a:t>Waldschnepfen</a:t>
            </a:r>
            <a:r>
              <a:rPr lang="en-US" sz="2800" dirty="0"/>
              <a:t> </a:t>
            </a:r>
            <a:r>
              <a:rPr lang="en-US" sz="2800" dirty="0" err="1"/>
              <a:t>reduziert</a:t>
            </a:r>
            <a:r>
              <a:rPr lang="en-US" sz="2800" dirty="0"/>
              <a:t> </a:t>
            </a:r>
            <a:r>
              <a:rPr lang="en-US" sz="2800" dirty="0" err="1"/>
              <a:t>Jagddruck</a:t>
            </a:r>
            <a:r>
              <a:rPr lang="en-US" sz="2800" dirty="0"/>
              <a:t> auf Schweizer	</a:t>
            </a:r>
            <a:r>
              <a:rPr lang="en-US" sz="2800" dirty="0" err="1"/>
              <a:t>Brutpopulation</a:t>
            </a:r>
            <a:r>
              <a:rPr lang="en-US" sz="2800" dirty="0"/>
              <a:t> – </a:t>
            </a:r>
            <a:r>
              <a:rPr lang="en-US" sz="2800" dirty="0" err="1"/>
              <a:t>aber</a:t>
            </a:r>
            <a:r>
              <a:rPr lang="en-US" sz="2800" dirty="0"/>
              <a:t> </a:t>
            </a:r>
            <a:r>
              <a:rPr lang="en-US" sz="2800" dirty="0" err="1"/>
              <a:t>wir</a:t>
            </a:r>
            <a:r>
              <a:rPr lang="en-US" sz="2800" dirty="0"/>
              <a:t> </a:t>
            </a:r>
            <a:r>
              <a:rPr lang="en-US" sz="2800" dirty="0" err="1"/>
              <a:t>kennen</a:t>
            </a:r>
            <a:r>
              <a:rPr lang="en-US" sz="2800" dirty="0"/>
              <a:t> den Status der </a:t>
            </a:r>
            <a:r>
              <a:rPr lang="en-US" sz="2800" dirty="0" err="1"/>
              <a:t>betroffenen</a:t>
            </a:r>
            <a:r>
              <a:rPr lang="en-US" sz="2800" dirty="0"/>
              <a:t>	</a:t>
            </a:r>
            <a:r>
              <a:rPr lang="en-US" sz="2800" dirty="0" err="1"/>
              <a:t>Populationen</a:t>
            </a:r>
            <a:r>
              <a:rPr lang="en-US" sz="2800" dirty="0"/>
              <a:t> nicht</a:t>
            </a:r>
          </a:p>
          <a:p>
            <a:r>
              <a:rPr lang="en-US" sz="2800" dirty="0" err="1"/>
              <a:t>wenn</a:t>
            </a:r>
            <a:r>
              <a:rPr lang="en-US" sz="2800" dirty="0"/>
              <a:t> </a:t>
            </a:r>
            <a:r>
              <a:rPr lang="en-US" sz="2800" dirty="0" err="1"/>
              <a:t>jedes</a:t>
            </a:r>
            <a:r>
              <a:rPr lang="en-US" sz="2800" dirty="0"/>
              <a:t> Land </a:t>
            </a:r>
            <a:r>
              <a:rPr lang="en-US" sz="2800" dirty="0" err="1"/>
              <a:t>nur</a:t>
            </a:r>
            <a:r>
              <a:rPr lang="en-US" sz="2800" dirty="0"/>
              <a:t> ‘Ausländer’ </a:t>
            </a:r>
            <a:r>
              <a:rPr lang="en-US" sz="2800" dirty="0" err="1"/>
              <a:t>erlegt</a:t>
            </a:r>
            <a:r>
              <a:rPr lang="en-US" sz="2800" dirty="0"/>
              <a:t>, </a:t>
            </a:r>
            <a:r>
              <a:rPr lang="en-US" sz="2800" dirty="0" err="1"/>
              <a:t>sind</a:t>
            </a:r>
            <a:r>
              <a:rPr lang="en-US" sz="2800" dirty="0"/>
              <a:t> </a:t>
            </a:r>
            <a:r>
              <a:rPr lang="en-US" sz="2800" dirty="0" err="1"/>
              <a:t>Zugvögel</a:t>
            </a:r>
            <a:r>
              <a:rPr lang="en-US" sz="2800" dirty="0"/>
              <a:t> </a:t>
            </a:r>
            <a:r>
              <a:rPr lang="en-US" sz="2800" dirty="0" err="1"/>
              <a:t>nirgends</a:t>
            </a:r>
            <a:r>
              <a:rPr lang="en-US" sz="2800" dirty="0"/>
              <a:t> </a:t>
            </a:r>
            <a:r>
              <a:rPr lang="en-US" sz="2800" dirty="0" err="1"/>
              <a:t>sicher</a:t>
            </a:r>
            <a:r>
              <a:rPr lang="en-US" sz="2800" dirty="0"/>
              <a:t>!</a:t>
            </a:r>
          </a:p>
          <a:p>
            <a:r>
              <a:rPr lang="en-US" sz="2800" dirty="0"/>
              <a:t>Jagd </a:t>
            </a:r>
            <a:r>
              <a:rPr lang="en-US" sz="2800" dirty="0" err="1"/>
              <a:t>sollte</a:t>
            </a:r>
            <a:r>
              <a:rPr lang="en-US" sz="2800" dirty="0"/>
              <a:t> </a:t>
            </a:r>
            <a:r>
              <a:rPr lang="en-US" sz="2800" dirty="0" err="1"/>
              <a:t>entlang</a:t>
            </a:r>
            <a:r>
              <a:rPr lang="en-US" sz="2800" dirty="0"/>
              <a:t> des </a:t>
            </a:r>
            <a:r>
              <a:rPr lang="en-US" sz="2800" dirty="0" err="1"/>
              <a:t>gesamten</a:t>
            </a:r>
            <a:r>
              <a:rPr lang="en-US" sz="2800" dirty="0"/>
              <a:t> </a:t>
            </a:r>
            <a:r>
              <a:rPr lang="en-US" sz="2800" dirty="0" err="1"/>
              <a:t>Zugweges</a:t>
            </a:r>
            <a:r>
              <a:rPr lang="en-US" sz="2800" dirty="0"/>
              <a:t> </a:t>
            </a:r>
            <a:r>
              <a:rPr lang="en-US" sz="2800" dirty="0" err="1"/>
              <a:t>koordiniert</a:t>
            </a:r>
            <a:r>
              <a:rPr lang="en-US" sz="2800" dirty="0"/>
              <a:t> </a:t>
            </a:r>
            <a:r>
              <a:rPr lang="en-US" sz="2800" dirty="0" err="1"/>
              <a:t>werden</a:t>
            </a:r>
            <a:endParaRPr lang="en-US" sz="2800" dirty="0"/>
          </a:p>
        </p:txBody>
      </p:sp>
      <p:pic>
        <p:nvPicPr>
          <p:cNvPr id="3" name="Picture 2" descr="vogelwarte.ch - Eurasian Woodcock">
            <a:extLst>
              <a:ext uri="{FF2B5EF4-FFF2-40B4-BE49-F238E27FC236}">
                <a16:creationId xmlns:a16="http://schemas.microsoft.com/office/drawing/2014/main" id="{9A98CEE8-E6E9-7F61-6116-DD3A87AC0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6318" y="4143243"/>
            <a:ext cx="3606161" cy="2704620"/>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pic>
        <p:nvPicPr>
          <p:cNvPr id="4" name="Picture 3" descr="A distant silence | Birds | The Guardian">
            <a:extLst>
              <a:ext uri="{FF2B5EF4-FFF2-40B4-BE49-F238E27FC236}">
                <a16:creationId xmlns:a16="http://schemas.microsoft.com/office/drawing/2014/main" id="{FD79768B-A7F5-6095-75F8-4450360D1F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2000" y="4133106"/>
            <a:ext cx="4541490" cy="2724894"/>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503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13758-CDEF-149D-09C1-7B96D11AB85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BA12295-616B-588B-DA4C-6E62771FA436}"/>
              </a:ext>
            </a:extLst>
          </p:cNvPr>
          <p:cNvSpPr>
            <a:spLocks noGrp="1"/>
          </p:cNvSpPr>
          <p:nvPr>
            <p:ph type="title"/>
          </p:nvPr>
        </p:nvSpPr>
        <p:spPr>
          <a:xfrm>
            <a:off x="221974" y="360000"/>
            <a:ext cx="9741010" cy="1325563"/>
          </a:xfrm>
        </p:spPr>
        <p:txBody>
          <a:bodyPr>
            <a:normAutofit/>
          </a:bodyPr>
          <a:lstStyle/>
          <a:p>
            <a:r>
              <a:rPr lang="de-DE"/>
              <a:t>Vielen Dank an alle Mitwirkenden</a:t>
            </a:r>
          </a:p>
        </p:txBody>
      </p:sp>
      <p:pic>
        <p:nvPicPr>
          <p:cNvPr id="5" name="Grafik 6" descr="Ein Bild, das Gras, draußen, Vogel, stehend enthält.&#10;&#10;Automatisch generierte Beschreibung">
            <a:extLst>
              <a:ext uri="{FF2B5EF4-FFF2-40B4-BE49-F238E27FC236}">
                <a16:creationId xmlns:a16="http://schemas.microsoft.com/office/drawing/2014/main" id="{5A2CA9A3-FD86-4EBC-1C77-1DA5521F2E3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284" r="13716"/>
          <a:stretch/>
        </p:blipFill>
        <p:spPr>
          <a:xfrm>
            <a:off x="294504" y="1157322"/>
            <a:ext cx="7224665" cy="5418499"/>
          </a:xfrm>
          <a:prstGeom prst="rect">
            <a:avLst/>
          </a:prstGeom>
          <a:effectLst>
            <a:softEdge rad="63500"/>
          </a:effectLst>
        </p:spPr>
      </p:pic>
      <p:sp>
        <p:nvSpPr>
          <p:cNvPr id="3" name="TextBox 2">
            <a:extLst>
              <a:ext uri="{FF2B5EF4-FFF2-40B4-BE49-F238E27FC236}">
                <a16:creationId xmlns:a16="http://schemas.microsoft.com/office/drawing/2014/main" id="{604578D0-F8BB-F26C-F30C-4007011DD1F3}"/>
              </a:ext>
            </a:extLst>
          </p:cNvPr>
          <p:cNvSpPr txBox="1"/>
          <p:nvPr/>
        </p:nvSpPr>
        <p:spPr>
          <a:xfrm>
            <a:off x="7639487" y="1188837"/>
            <a:ext cx="4330539" cy="5078313"/>
          </a:xfrm>
          <a:prstGeom prst="rect">
            <a:avLst/>
          </a:prstGeom>
          <a:noFill/>
        </p:spPr>
        <p:txBody>
          <a:bodyPr wrap="square" rtlCol="0">
            <a:spAutoFit/>
          </a:bodyPr>
          <a:lstStyle/>
          <a:p>
            <a:r>
              <a:rPr lang="fr-FR" err="1"/>
              <a:t>Lorenza</a:t>
            </a:r>
            <a:r>
              <a:rPr lang="fr-FR"/>
              <a:t> Marconi, Jérôme </a:t>
            </a:r>
            <a:r>
              <a:rPr lang="fr-FR" err="1"/>
              <a:t>Gremaud</a:t>
            </a:r>
            <a:r>
              <a:rPr lang="fr-FR"/>
              <a:t>, Romain Fürst, Henri Descombes, Yann </a:t>
            </a:r>
            <a:r>
              <a:rPr lang="fr-FR" err="1"/>
              <a:t>Fragnière</a:t>
            </a:r>
            <a:r>
              <a:rPr lang="fr-FR"/>
              <a:t>, Nicolas Pasquier, Yann Rime, Florence </a:t>
            </a:r>
            <a:r>
              <a:rPr lang="fr-FR" err="1"/>
              <a:t>Bovay</a:t>
            </a:r>
            <a:r>
              <a:rPr lang="fr-FR"/>
              <a:t>, Jan </a:t>
            </a:r>
            <a:r>
              <a:rPr lang="fr-FR" err="1"/>
              <a:t>Naef</a:t>
            </a:r>
            <a:r>
              <a:rPr lang="fr-FR"/>
              <a:t>, Sandrine Seidel, Charlotte </a:t>
            </a:r>
            <a:r>
              <a:rPr lang="fr-FR" err="1"/>
              <a:t>Warburton</a:t>
            </a:r>
            <a:r>
              <a:rPr lang="fr-FR"/>
              <a:t>, Samuel Jordan, Henri-Armand Meister, Yves </a:t>
            </a:r>
            <a:r>
              <a:rPr lang="fr-FR" err="1"/>
              <a:t>Lanoir</a:t>
            </a:r>
            <a:r>
              <a:rPr lang="fr-FR"/>
              <a:t>, Francis </a:t>
            </a:r>
            <a:r>
              <a:rPr lang="fr-FR" err="1"/>
              <a:t>Anker</a:t>
            </a:r>
            <a:r>
              <a:rPr lang="fr-FR"/>
              <a:t>, Victor Ulrich, Thierry Barbier, Giuliano </a:t>
            </a:r>
            <a:r>
              <a:rPr lang="fr-FR" err="1"/>
              <a:t>Viali</a:t>
            </a:r>
            <a:r>
              <a:rPr lang="fr-FR"/>
              <a:t>, Stéphane </a:t>
            </a:r>
            <a:r>
              <a:rPr lang="fr-FR" err="1"/>
              <a:t>Regazzoni</a:t>
            </a:r>
            <a:r>
              <a:rPr lang="fr-FR"/>
              <a:t> </a:t>
            </a:r>
          </a:p>
          <a:p>
            <a:endParaRPr lang="fr-FR"/>
          </a:p>
          <a:p>
            <a:r>
              <a:rPr lang="fr-FR"/>
              <a:t>Christian Voigt, Stephanie Kramer-Schadt, Lukas Jenni, Thierry </a:t>
            </a:r>
            <a:r>
              <a:rPr lang="fr-FR" err="1"/>
              <a:t>Bohnenstengel</a:t>
            </a:r>
            <a:r>
              <a:rPr lang="fr-FR"/>
              <a:t>, Yves </a:t>
            </a:r>
            <a:r>
              <a:rPr lang="fr-FR" err="1"/>
              <a:t>Gonseth</a:t>
            </a:r>
            <a:r>
              <a:rPr lang="fr-FR"/>
              <a:t>, Benjamin </a:t>
            </a:r>
            <a:r>
              <a:rPr lang="fr-FR" err="1"/>
              <a:t>Homberger</a:t>
            </a:r>
            <a:r>
              <a:rPr lang="fr-FR"/>
              <a:t>, David Soto, Vincent Rocheteau</a:t>
            </a:r>
          </a:p>
          <a:p>
            <a:endParaRPr lang="fr-FR"/>
          </a:p>
          <a:p>
            <a:r>
              <a:rPr lang="fr-FR"/>
              <a:t>Andrew Hoodless, </a:t>
            </a:r>
            <a:r>
              <a:rPr lang="fr-FR" err="1"/>
              <a:t>Adele</a:t>
            </a:r>
            <a:r>
              <a:rPr lang="fr-FR"/>
              <a:t> Powell</a:t>
            </a:r>
          </a:p>
          <a:p>
            <a:endParaRPr lang="fr-FR"/>
          </a:p>
          <a:p>
            <a:r>
              <a:rPr lang="fr-FR"/>
              <a:t>Pius Korner, Marc </a:t>
            </a:r>
            <a:r>
              <a:rPr lang="fr-FR" err="1"/>
              <a:t>Kéry</a:t>
            </a:r>
            <a:r>
              <a:rPr lang="fr-FR"/>
              <a:t>, Jaume Badia-</a:t>
            </a:r>
            <a:r>
              <a:rPr lang="fr-FR" err="1"/>
              <a:t>Boher</a:t>
            </a:r>
            <a:r>
              <a:rPr lang="fr-FR"/>
              <a:t>, Elizabeth Yohannes</a:t>
            </a:r>
            <a:endParaRPr lang="en-US"/>
          </a:p>
        </p:txBody>
      </p:sp>
    </p:spTree>
    <p:extLst>
      <p:ext uri="{BB962C8B-B14F-4D97-AF65-F5344CB8AC3E}">
        <p14:creationId xmlns:p14="http://schemas.microsoft.com/office/powerpoint/2010/main" val="370009293"/>
      </p:ext>
    </p:extLst>
  </p:cSld>
  <p:clrMapOvr>
    <a:masterClrMapping/>
  </p:clrMapOvr>
</p:sld>
</file>

<file path=ppt/theme/theme1.xml><?xml version="1.0" encoding="utf-8"?>
<a:theme xmlns:a="http://schemas.openxmlformats.org/drawingml/2006/main" name="Office">
  <a:themeElements>
    <a:clrScheme name="Vogelwarte Farbpalette">
      <a:dk1>
        <a:srgbClr val="000000"/>
      </a:dk1>
      <a:lt1>
        <a:srgbClr val="FFFFFF"/>
      </a:lt1>
      <a:dk2>
        <a:srgbClr val="323232"/>
      </a:dk2>
      <a:lt2>
        <a:srgbClr val="F4F4F4"/>
      </a:lt2>
      <a:accent1>
        <a:srgbClr val="DF1C15"/>
      </a:accent1>
      <a:accent2>
        <a:srgbClr val="ED7D31"/>
      </a:accent2>
      <a:accent3>
        <a:srgbClr val="E4B900"/>
      </a:accent3>
      <a:accent4>
        <a:srgbClr val="A16840"/>
      </a:accent4>
      <a:accent5>
        <a:srgbClr val="69A334"/>
      </a:accent5>
      <a:accent6>
        <a:srgbClr val="547EB5"/>
      </a:accent6>
      <a:hlink>
        <a:srgbClr val="DF1C15"/>
      </a:hlink>
      <a:folHlink>
        <a:srgbClr val="636363"/>
      </a:folHlink>
    </a:clrScheme>
    <a:fontScheme name="Constantia-Franklin Gothic Book">
      <a:majorFont>
        <a:latin typeface="Constantia" panose="02030602050306030303"/>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rlage_Praesentation_CD24.potx" id="{BDD5888C-EF43-4169-903A-3DBB9EEE2634}" vid="{9952B782-C32A-42F4-9395-9AC0628299D1}"/>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988F031CA9783418DD49A73ACC1C3F2" ma:contentTypeVersion="13" ma:contentTypeDescription="Create a new document." ma:contentTypeScope="" ma:versionID="e83b2429d2a7e80d36a55efe3304ce6e">
  <xsd:schema xmlns:xsd="http://www.w3.org/2001/XMLSchema" xmlns:xs="http://www.w3.org/2001/XMLSchema" xmlns:p="http://schemas.microsoft.com/office/2006/metadata/properties" xmlns:ns2="64caa5af-6bf8-4108-be93-99f88450b760" xmlns:ns3="def8b597-0090-495a-80f4-bbd4e34bc5d0" targetNamespace="http://schemas.microsoft.com/office/2006/metadata/properties" ma:root="true" ma:fieldsID="f349f5c53a2a790c15b4a6b612641b4d" ns2:_="" ns3:_="">
    <xsd:import namespace="64caa5af-6bf8-4108-be93-99f88450b760"/>
    <xsd:import namespace="def8b597-0090-495a-80f4-bbd4e34bc5d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caa5af-6bf8-4108-be93-99f88450b7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a42f7f86-b127-404d-a8be-07456755a12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f8b597-0090-495a-80f4-bbd4e34bc5d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51d5f3bb-c2c4-4f57-9c76-fc118a8f1ef1}" ma:internalName="TaxCatchAll" ma:showField="CatchAllData" ma:web="def8b597-0090-495a-80f4-bbd4e34bc5d0">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4caa5af-6bf8-4108-be93-99f88450b760">
      <Terms xmlns="http://schemas.microsoft.com/office/infopath/2007/PartnerControls"/>
    </lcf76f155ced4ddcb4097134ff3c332f>
    <TaxCatchAll xmlns="def8b597-0090-495a-80f4-bbd4e34bc5d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C1C1F5-06F8-49D5-A6AC-7C14B5D5BA06}">
  <ds:schemaRefs>
    <ds:schemaRef ds:uri="64caa5af-6bf8-4108-be93-99f88450b760"/>
    <ds:schemaRef ds:uri="def8b597-0090-495a-80f4-bbd4e34bc5d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8B9F3AB-7895-4930-AC8A-ABB47470F50A}">
  <ds:schemaRefs>
    <ds:schemaRef ds:uri="64caa5af-6bf8-4108-be93-99f88450b760"/>
    <ds:schemaRef ds:uri="def8b597-0090-495a-80f4-bbd4e34bc5d0"/>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FEC3A85-9DBA-4064-AA7B-6BF1138203A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Vorlage_Praesentation_CD24</Template>
  <TotalTime>0</TotalTime>
  <Words>2059</Words>
  <Application>Microsoft Office PowerPoint</Application>
  <PresentationFormat>Widescreen</PresentationFormat>
  <Paragraphs>199</Paragraphs>
  <Slides>17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Franklin Gothic Book</vt:lpstr>
      <vt:lpstr>Calibri</vt:lpstr>
      <vt:lpstr>Arial</vt:lpstr>
      <vt:lpstr>Office</vt:lpstr>
      <vt:lpstr>Woher kommen die in der Schweiz erlegten  Waldschnepfen?</vt:lpstr>
      <vt:lpstr>Verbreitung der Waldschnepfe in Europa</vt:lpstr>
      <vt:lpstr>Trend und Verbreitung der Waldschnepfe in der Schweiz</vt:lpstr>
      <vt:lpstr>Trend und Verbreitung der Waldschnepfe in der Schweiz</vt:lpstr>
      <vt:lpstr>Waldschnepfenjagd in der Schweiz</vt:lpstr>
      <vt:lpstr>Waldschnepfenjagd in der Schweiz</vt:lpstr>
      <vt:lpstr>Wie wirkt sich die Jagd auf die Waldschnepfe aus?</vt:lpstr>
      <vt:lpstr>Waldschnepfenstudie im Jura 2005 – 2018</vt:lpstr>
      <vt:lpstr>Federsammlung von geschossenen Waldschnepfen</vt:lpstr>
      <vt:lpstr>Ergebnisse in Zahlen</vt:lpstr>
      <vt:lpstr>Waldschnepfen ziehen erst spät ab</vt:lpstr>
      <vt:lpstr>Abschuss erfolgt hauptsächlich zur Zugzeit</vt:lpstr>
      <vt:lpstr>Anteil der ausländischen Waldschnepfen</vt:lpstr>
      <vt:lpstr>Schätzung der jährlichen Jagdmortalität</vt:lpstr>
      <vt:lpstr>Auswirkung der Jagd schwer abzuschätzen</vt:lpstr>
      <vt:lpstr>Fazit zur Waldschnepfenjagd</vt:lpstr>
      <vt:lpstr>Vielen Dank an alle Mitwirkenden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Steffen Oppel</dc:creator>
  <cp:lastModifiedBy>Steffen Oppel</cp:lastModifiedBy>
  <cp:revision>1</cp:revision>
  <dcterms:created xsi:type="dcterms:W3CDTF">2025-01-23T08:37:34Z</dcterms:created>
  <dcterms:modified xsi:type="dcterms:W3CDTF">2026-01-19T10:39:56Z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0x010100D988F031CA9783418DD49A73ACC1C3F2</vt:lpwstr>
  </property>
  <property fmtid="{D5CDD505-2E9C-101B-9397-08002B2CF9AE}" pid="3" name="MediaServiceImageTags">
    <vt:lpwstr/>
  </property>
</Properties>
</file>